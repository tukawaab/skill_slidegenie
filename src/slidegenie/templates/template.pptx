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 id="2147483662" r:id="rId5"/>
    <p:sldMasterId id="2147483676" r:id="rId6"/>
  </p:sldMasterIdLst>
  <p:notesMasterIdLst>
    <p:notesMasterId r:id="rId8"/>
  </p:notesMasterIdLst>
  <p:handoutMasterIdLst>
    <p:handoutMasterId r:id="rId9"/>
  </p:handoutMasterIdLst>
  <p:sldIdLst>
    <p:sldId id="2147483432"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BE3"/>
    <a:srgbClr val="000000"/>
    <a:srgbClr val="333333"/>
    <a:srgbClr val="001964"/>
    <a:srgbClr val="C8BFAA"/>
    <a:srgbClr val="7D6E5A"/>
    <a:srgbClr val="100E0C"/>
    <a:srgbClr val="1A1713"/>
    <a:srgbClr val="2722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992" y="26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anotera, Ryota (JP - AB 山野寺 瞭太)" userId="8b8353ac-e6fc-45cd-9e25-e5bded3b2647" providerId="ADAL" clId="{ECF9F2B6-5E5C-4636-8ABA-5C40E082C6FA}"/>
    <pc:docChg chg="undo custSel modSld modMainMaster">
      <pc:chgData name="Yamanotera, Ryota (JP - AB 山野寺 瞭太)" userId="8b8353ac-e6fc-45cd-9e25-e5bded3b2647" providerId="ADAL" clId="{ECF9F2B6-5E5C-4636-8ABA-5C40E082C6FA}" dt="2026-01-05T07:09:48.752" v="4" actId="478"/>
      <pc:docMkLst>
        <pc:docMk/>
      </pc:docMkLst>
      <pc:sldChg chg="addSp delSp mod">
        <pc:chgData name="Yamanotera, Ryota (JP - AB 山野寺 瞭太)" userId="8b8353ac-e6fc-45cd-9e25-e5bded3b2647" providerId="ADAL" clId="{ECF9F2B6-5E5C-4636-8ABA-5C40E082C6FA}" dt="2026-01-05T07:09:48.752" v="4" actId="478"/>
        <pc:sldMkLst>
          <pc:docMk/>
          <pc:sldMk cId="1694821074" sldId="2147483432"/>
        </pc:sldMkLst>
        <pc:spChg chg="add del">
          <ac:chgData name="Yamanotera, Ryota (JP - AB 山野寺 瞭太)" userId="8b8353ac-e6fc-45cd-9e25-e5bded3b2647" providerId="ADAL" clId="{ECF9F2B6-5E5C-4636-8ABA-5C40E082C6FA}" dt="2026-01-05T07:09:48.752" v="4" actId="478"/>
          <ac:spMkLst>
            <pc:docMk/>
            <pc:sldMk cId="1694821074" sldId="2147483432"/>
            <ac:spMk id="4" creationId="{0850A8A6-698F-7A98-9A0B-A2B2B4271195}"/>
          </ac:spMkLst>
        </pc:spChg>
        <pc:spChg chg="add del">
          <ac:chgData name="Yamanotera, Ryota (JP - AB 山野寺 瞭太)" userId="8b8353ac-e6fc-45cd-9e25-e5bded3b2647" providerId="ADAL" clId="{ECF9F2B6-5E5C-4636-8ABA-5C40E082C6FA}" dt="2026-01-05T07:09:48.752" v="4" actId="478"/>
          <ac:spMkLst>
            <pc:docMk/>
            <pc:sldMk cId="1694821074" sldId="2147483432"/>
            <ac:spMk id="5" creationId="{0704529A-94F3-BB4D-D4FD-03BDC488613F}"/>
          </ac:spMkLst>
        </pc:spChg>
      </pc:sldChg>
      <pc:sldMasterChg chg="modSp mod">
        <pc:chgData name="Yamanotera, Ryota (JP - AB 山野寺 瞭太)" userId="8b8353ac-e6fc-45cd-9e25-e5bded3b2647" providerId="ADAL" clId="{ECF9F2B6-5E5C-4636-8ABA-5C40E082C6FA}" dt="2026-01-05T06:20:39.877" v="1" actId="20577"/>
        <pc:sldMasterMkLst>
          <pc:docMk/>
          <pc:sldMasterMk cId="4150604604" sldId="2147483662"/>
        </pc:sldMasterMkLst>
        <pc:spChg chg="mod">
          <ac:chgData name="Yamanotera, Ryota (JP - AB 山野寺 瞭太)" userId="8b8353ac-e6fc-45cd-9e25-e5bded3b2647" providerId="ADAL" clId="{ECF9F2B6-5E5C-4636-8ABA-5C40E082C6FA}" dt="2026-01-05T06:20:39.877" v="1" actId="20577"/>
          <ac:spMkLst>
            <pc:docMk/>
            <pc:sldMasterMk cId="4150604604" sldId="2147483662"/>
            <ac:spMk id="11" creationId="{74A1B182-92C1-6CEF-9B00-2DAA5A66F575}"/>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1B9F46C-CB2B-0D04-80D6-1232CA89B7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B423AE77-1E1D-953C-F176-DDE3EDD74BC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D78880-455E-8046-8454-F61BA6293F41}" type="datetimeFigureOut">
              <a:rPr kumimoji="1" lang="ja-JP" altLang="en-US" smtClean="0"/>
              <a:t>2026/1/5</a:t>
            </a:fld>
            <a:endParaRPr kumimoji="1" lang="ja-JP" altLang="en-US"/>
          </a:p>
        </p:txBody>
      </p:sp>
      <p:sp>
        <p:nvSpPr>
          <p:cNvPr id="4" name="フッター プレースホルダー 3">
            <a:extLst>
              <a:ext uri="{FF2B5EF4-FFF2-40B4-BE49-F238E27FC236}">
                <a16:creationId xmlns:a16="http://schemas.microsoft.com/office/drawing/2014/main" id="{03446E42-659C-74B9-250D-E49CAFEBCF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CBC109A4-8F8B-88E4-9D8F-F8CDBE21180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67864B-4945-D94E-984C-88F5E128FDAE}" type="slidenum">
              <a:rPr kumimoji="1" lang="ja-JP" altLang="en-US" smtClean="0"/>
              <a:t>‹#›</a:t>
            </a:fld>
            <a:endParaRPr kumimoji="1" lang="ja-JP" altLang="en-US"/>
          </a:p>
        </p:txBody>
      </p:sp>
    </p:spTree>
    <p:extLst>
      <p:ext uri="{BB962C8B-B14F-4D97-AF65-F5344CB8AC3E}">
        <p14:creationId xmlns:p14="http://schemas.microsoft.com/office/powerpoint/2010/main" val="1200883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73822C-6321-CF43-B999-921C808296F6}" type="datetimeFigureOut">
              <a:rPr kumimoji="1" lang="ja-JP" altLang="en-US" smtClean="0"/>
              <a:t>2026/1/5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0F0F5-1AEA-DB42-AEDD-AEF84A9D4522}" type="slidenum">
              <a:rPr kumimoji="1" lang="ja-JP" altLang="en-US" smtClean="0"/>
              <a:t>‹#›</a:t>
            </a:fld>
            <a:endParaRPr kumimoji="1" lang="ja-JP" altLang="en-US"/>
          </a:p>
        </p:txBody>
      </p:sp>
    </p:spTree>
    <p:extLst>
      <p:ext uri="{BB962C8B-B14F-4D97-AF65-F5344CB8AC3E}">
        <p14:creationId xmlns:p14="http://schemas.microsoft.com/office/powerpoint/2010/main" val="24673289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E889-98C7-6479-8F3B-6F4A538626D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00B8756-077E-D9FE-E8CA-871A844560D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CC99AD-A129-FE26-0386-BCBB4615C03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6501F64-AC90-38F2-468E-4EB80CBBB2C8}"/>
              </a:ext>
            </a:extLst>
          </p:cNvPr>
          <p:cNvSpPr>
            <a:spLocks noGrp="1"/>
          </p:cNvSpPr>
          <p:nvPr>
            <p:ph type="sldNum" sz="quarter" idx="5"/>
          </p:nvPr>
        </p:nvSpPr>
        <p:spPr/>
        <p:txBody>
          <a:bodyPr/>
          <a:lstStyle/>
          <a:p>
            <a:fld id="{A09A1A9E-829B-4BD4-88FF-3F1FDC06B270}" type="slidenum">
              <a:rPr kumimoji="1" lang="ja-JP" altLang="en-US" smtClean="0"/>
              <a:t>1</a:t>
            </a:fld>
            <a:endParaRPr kumimoji="1" lang="ja-JP" altLang="en-US"/>
          </a:p>
        </p:txBody>
      </p:sp>
    </p:spTree>
    <p:extLst>
      <p:ext uri="{BB962C8B-B14F-4D97-AF65-F5344CB8AC3E}">
        <p14:creationId xmlns:p14="http://schemas.microsoft.com/office/powerpoint/2010/main" val="11571800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accent3"/>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FA756733-395A-66D5-581D-B632CBE5926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4030" t="26061" r="22409" b="44453"/>
          <a:stretch/>
        </p:blipFill>
        <p:spPr>
          <a:xfrm>
            <a:off x="3048001" y="0"/>
            <a:ext cx="9144000" cy="6858000"/>
          </a:xfrm>
          <a:prstGeom prst="rect">
            <a:avLst/>
          </a:prstGeom>
        </p:spPr>
      </p:pic>
      <p:sp>
        <p:nvSpPr>
          <p:cNvPr id="9" name="正方形/長方形 8">
            <a:extLst>
              <a:ext uri="{FF2B5EF4-FFF2-40B4-BE49-F238E27FC236}">
                <a16:creationId xmlns:a16="http://schemas.microsoft.com/office/drawing/2014/main" id="{083AE6F6-5D8E-C91E-5B88-DE2D9F9DCAD6}"/>
              </a:ext>
            </a:extLst>
          </p:cNvPr>
          <p:cNvSpPr/>
          <p:nvPr userDrawn="1"/>
        </p:nvSpPr>
        <p:spPr>
          <a:xfrm>
            <a:off x="0" y="-474561"/>
            <a:ext cx="514800" cy="219600"/>
          </a:xfrm>
          <a:prstGeom prst="rect">
            <a:avLst/>
          </a:prstGeom>
          <a:pattFill prst="dkUpDiag">
            <a:fgClr>
              <a:schemeClr val="tx1">
                <a:lumMod val="65000"/>
                <a:lumOff val="35000"/>
              </a:schemeClr>
            </a:fgClr>
            <a:bgClr>
              <a:schemeClr val="tx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a:t>Margin</a:t>
            </a:r>
            <a:endParaRPr kumimoji="1" lang="ja-JP" altLang="en-US" sz="800"/>
          </a:p>
        </p:txBody>
      </p:sp>
      <p:sp>
        <p:nvSpPr>
          <p:cNvPr id="10" name="正方形/長方形 9">
            <a:extLst>
              <a:ext uri="{FF2B5EF4-FFF2-40B4-BE49-F238E27FC236}">
                <a16:creationId xmlns:a16="http://schemas.microsoft.com/office/drawing/2014/main" id="{1C3933D1-454B-0D04-A371-6A75636C8DCE}"/>
              </a:ext>
            </a:extLst>
          </p:cNvPr>
          <p:cNvSpPr/>
          <p:nvPr userDrawn="1"/>
        </p:nvSpPr>
        <p:spPr>
          <a:xfrm>
            <a:off x="11678478" y="-474561"/>
            <a:ext cx="514800" cy="219600"/>
          </a:xfrm>
          <a:prstGeom prst="rect">
            <a:avLst/>
          </a:prstGeom>
          <a:pattFill prst="dkUpDiag">
            <a:fgClr>
              <a:schemeClr val="tx1">
                <a:lumMod val="65000"/>
                <a:lumOff val="35000"/>
              </a:schemeClr>
            </a:fgClr>
            <a:bgClr>
              <a:schemeClr val="tx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a:t>Margin</a:t>
            </a:r>
            <a:endParaRPr kumimoji="1" lang="ja-JP" altLang="en-US" sz="800"/>
          </a:p>
        </p:txBody>
      </p:sp>
      <p:sp>
        <p:nvSpPr>
          <p:cNvPr id="11" name="正方形/長方形 10">
            <a:extLst>
              <a:ext uri="{FF2B5EF4-FFF2-40B4-BE49-F238E27FC236}">
                <a16:creationId xmlns:a16="http://schemas.microsoft.com/office/drawing/2014/main" id="{878037FC-02FA-379A-DC95-9D12A376E2EF}"/>
              </a:ext>
            </a:extLst>
          </p:cNvPr>
          <p:cNvSpPr/>
          <p:nvPr userDrawn="1"/>
        </p:nvSpPr>
        <p:spPr>
          <a:xfrm>
            <a:off x="514800" y="-474561"/>
            <a:ext cx="11163678" cy="220562"/>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a:t>Contents area</a:t>
            </a:r>
            <a:endParaRPr kumimoji="1" lang="ja-JP" altLang="en-US" sz="800"/>
          </a:p>
        </p:txBody>
      </p:sp>
      <p:sp>
        <p:nvSpPr>
          <p:cNvPr id="18" name="テキスト プレースホルダー 17">
            <a:extLst>
              <a:ext uri="{FF2B5EF4-FFF2-40B4-BE49-F238E27FC236}">
                <a16:creationId xmlns:a16="http://schemas.microsoft.com/office/drawing/2014/main" id="{C56A486D-CE9A-9352-03F1-34C7287F3DC0}"/>
              </a:ext>
            </a:extLst>
          </p:cNvPr>
          <p:cNvSpPr>
            <a:spLocks noGrp="1"/>
          </p:cNvSpPr>
          <p:nvPr>
            <p:ph type="body" sz="quarter" idx="11" hasCustomPrompt="1"/>
          </p:nvPr>
        </p:nvSpPr>
        <p:spPr>
          <a:xfrm>
            <a:off x="514800" y="1782746"/>
            <a:ext cx="4978400" cy="2611454"/>
          </a:xfrm>
          <a:prstGeom prst="rect">
            <a:avLst/>
          </a:prstGeom>
        </p:spPr>
        <p:txBody>
          <a:bodyPr lIns="0" anchor="t"/>
          <a:lstStyle>
            <a:lvl1pPr marL="0" indent="0">
              <a:lnSpc>
                <a:spcPct val="100000"/>
              </a:lnSpc>
              <a:buNone/>
              <a:defRPr sz="3200" b="1" i="0">
                <a:solidFill>
                  <a:schemeClr val="tx1"/>
                </a:solidFill>
                <a:latin typeface="+mj-ea"/>
                <a:ea typeface="+mj-ea"/>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pPr lvl="0"/>
            <a:r>
              <a:rPr kumimoji="1" lang="ja-JP" altLang="en-US"/>
              <a:t>扉タイトルを入力</a:t>
            </a:r>
          </a:p>
        </p:txBody>
      </p:sp>
    </p:spTree>
    <p:extLst>
      <p:ext uri="{BB962C8B-B14F-4D97-AF65-F5344CB8AC3E}">
        <p14:creationId xmlns:p14="http://schemas.microsoft.com/office/powerpoint/2010/main" val="8569520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bg>
      <p:bgRef idx="1001">
        <a:schemeClr val="bg1"/>
      </p:bgRef>
    </p:bg>
    <p:spTree>
      <p:nvGrpSpPr>
        <p:cNvPr id="1" name=""/>
        <p:cNvGrpSpPr/>
        <p:nvPr/>
      </p:nvGrpSpPr>
      <p:grpSpPr>
        <a:xfrm>
          <a:off x="0" y="0"/>
          <a:ext cx="0" cy="0"/>
          <a:chOff x="0" y="0"/>
          <a:chExt cx="0" cy="0"/>
        </a:xfrm>
      </p:grpSpPr>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p:ph type="title" hasCustomPrompt="1"/>
          </p:nvPr>
        </p:nvSpPr>
        <p:spPr>
          <a:xfrm>
            <a:off x="514801" y="83867"/>
            <a:ext cx="11035658" cy="576000"/>
          </a:xfrm>
          <a:prstGeom prst="rect">
            <a:avLst/>
          </a:prstGeom>
        </p:spPr>
        <p:txBody>
          <a:bodyPr vert="horz" lIns="0" tIns="45720" rIns="91440" bIns="45720" rtlCol="0" anchor="ctr">
            <a:noAutofit/>
          </a:bodyPr>
          <a:lstStyle>
            <a:lvl1pPr>
              <a:lnSpc>
                <a:spcPts val="2500"/>
              </a:lnSpc>
              <a:defRPr sz="2000" b="1" i="0">
                <a:solidFill>
                  <a:schemeClr val="tx1"/>
                </a:solidFill>
                <a:latin typeface="+mj-ea"/>
                <a:ea typeface="+mj-ea"/>
              </a:defRPr>
            </a:lvl1pPr>
          </a:lstStyle>
          <a:p>
            <a:r>
              <a:rPr kumimoji="1" lang="ja-JP" altLang="en-US" dirty="0"/>
              <a:t>ページタイトルを編集</a:t>
            </a:r>
            <a:endParaRPr kumimoji="1" lang="en" altLang="ja-JP" dirty="0"/>
          </a:p>
        </p:txBody>
      </p:sp>
      <p:sp>
        <p:nvSpPr>
          <p:cNvPr id="2" name="テキスト プレースホルダー 3">
            <a:extLst>
              <a:ext uri="{FF2B5EF4-FFF2-40B4-BE49-F238E27FC236}">
                <a16:creationId xmlns:a16="http://schemas.microsoft.com/office/drawing/2014/main" id="{6CD9AE11-C334-7BC2-CD4A-8F92F0AD7BFF}"/>
              </a:ext>
            </a:extLst>
          </p:cNvPr>
          <p:cNvSpPr>
            <a:spLocks noGrp="1"/>
          </p:cNvSpPr>
          <p:nvPr>
            <p:ph type="body" sz="quarter" idx="10" hasCustomPrompt="1"/>
          </p:nvPr>
        </p:nvSpPr>
        <p:spPr>
          <a:xfrm>
            <a:off x="514800" y="1169895"/>
            <a:ext cx="11162400" cy="4854387"/>
          </a:xfrm>
          <a:prstGeom prst="rect">
            <a:avLst/>
          </a:prstGeom>
        </p:spPr>
        <p:txBody>
          <a:bodyPr numCol="2"/>
          <a:lstStyle>
            <a:lvl1pPr marL="342900" indent="-342900">
              <a:lnSpc>
                <a:spcPct val="150000"/>
              </a:lnSpc>
              <a:buClr>
                <a:srgbClr val="7D6E5A"/>
              </a:buClr>
              <a:buSzPct val="150000"/>
              <a:buFont typeface="+mj-lt"/>
              <a:buAutoNum type="arabicPeriod"/>
              <a:defRPr sz="1800" b="0" i="0" baseline="0">
                <a:solidFill>
                  <a:schemeClr val="tx1"/>
                </a:solidFill>
                <a:latin typeface="+mj-lt"/>
                <a:ea typeface="+mn-ea"/>
              </a:defRPr>
            </a:lvl1pPr>
            <a:lvl2pPr marL="914400" indent="-457200">
              <a:buFont typeface="+mj-lt"/>
              <a:buAutoNum type="arabicPeriod"/>
              <a:defRPr>
                <a:solidFill>
                  <a:srgbClr val="F1EBE3"/>
                </a:solidFill>
              </a:defRPr>
            </a:lvl2pPr>
            <a:lvl3pPr marL="1371600" indent="-457200">
              <a:buFont typeface="+mj-lt"/>
              <a:buAutoNum type="arabicPeriod"/>
              <a:defRPr>
                <a:solidFill>
                  <a:srgbClr val="F1EBE3"/>
                </a:solidFill>
              </a:defRPr>
            </a:lvl3pPr>
            <a:lvl4pPr marL="1714500" indent="-342900">
              <a:buFont typeface="+mj-lt"/>
              <a:buAutoNum type="arabicPeriod"/>
              <a:defRPr>
                <a:solidFill>
                  <a:srgbClr val="F1EBE3"/>
                </a:solidFill>
              </a:defRPr>
            </a:lvl4pPr>
            <a:lvl5pPr marL="2171700" indent="-342900">
              <a:buFont typeface="+mj-lt"/>
              <a:buAutoNum type="arabicPeriod"/>
              <a:defRPr>
                <a:solidFill>
                  <a:srgbClr val="F1EBE3"/>
                </a:solidFill>
              </a:defRPr>
            </a:lvl5pPr>
          </a:lstStyle>
          <a:p>
            <a:pPr lvl="0"/>
            <a:r>
              <a:rPr kumimoji="1" lang="ja-JP" altLang="en-US"/>
              <a:t>大見出しが入ります</a:t>
            </a:r>
            <a:endParaRPr kumimoji="1" lang="en-US" altLang="ja-JP" b="0" i="0">
              <a:latin typeface="Yu Gothic Medium" panose="020B0400000000000000" pitchFamily="34" charset="-128"/>
              <a:ea typeface="Yu Gothic Medium" panose="020B0400000000000000" pitchFamily="34" charset="-128"/>
            </a:endParaRPr>
          </a:p>
        </p:txBody>
      </p:sp>
      <p:sp>
        <p:nvSpPr>
          <p:cNvPr id="3" name="正方形/長方形 2">
            <a:extLst>
              <a:ext uri="{FF2B5EF4-FFF2-40B4-BE49-F238E27FC236}">
                <a16:creationId xmlns:a16="http://schemas.microsoft.com/office/drawing/2014/main" id="{1F3CBFC6-22CB-335E-E961-43DD402540F3}"/>
              </a:ext>
            </a:extLst>
          </p:cNvPr>
          <p:cNvSpPr/>
          <p:nvPr userDrawn="1"/>
        </p:nvSpPr>
        <p:spPr bwMode="auto">
          <a:xfrm>
            <a:off x="380337" y="83867"/>
            <a:ext cx="72000" cy="576000"/>
          </a:xfrm>
          <a:prstGeom prst="rect">
            <a:avLst/>
          </a:prstGeom>
          <a:solidFill>
            <a:schemeClr val="accent4"/>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8724573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ey message">
    <p:spTree>
      <p:nvGrpSpPr>
        <p:cNvPr id="1" name=""/>
        <p:cNvGrpSpPr/>
        <p:nvPr/>
      </p:nvGrpSpPr>
      <p:grpSpPr>
        <a:xfrm>
          <a:off x="0" y="0"/>
          <a:ext cx="0" cy="0"/>
          <a:chOff x="0" y="0"/>
          <a:chExt cx="0" cy="0"/>
        </a:xfrm>
      </p:grpSpPr>
      <p:pic>
        <p:nvPicPr>
          <p:cNvPr id="5" name="グラフィックス 4">
            <a:extLst>
              <a:ext uri="{FF2B5EF4-FFF2-40B4-BE49-F238E27FC236}">
                <a16:creationId xmlns:a16="http://schemas.microsoft.com/office/drawing/2014/main" id="{67BE342E-112E-6673-4CA5-78BCC7374E3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24" y="1419822"/>
            <a:ext cx="12202048" cy="4359690"/>
          </a:xfrm>
          <a:prstGeom prst="rect">
            <a:avLst/>
          </a:prstGeom>
        </p:spPr>
      </p:pic>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2280804"/>
            <a:ext cx="11162400" cy="2067791"/>
          </a:xfrm>
          <a:prstGeom prst="rect">
            <a:avLst/>
          </a:prstGeom>
        </p:spPr>
        <p:txBody>
          <a:bodyPr lIns="0" tIns="0" rIns="0" bIns="0" anchor="ctr"/>
          <a:lstStyle>
            <a:lvl1pPr marL="0" indent="0" algn="ctr">
              <a:buNone/>
              <a:defRPr sz="8000" b="1" i="0" baseline="0">
                <a:solidFill>
                  <a:schemeClr val="tx1"/>
                </a:solidFill>
                <a:latin typeface="Segoe UI" panose="020B0502040204020203" pitchFamily="34" charset="0"/>
                <a:ea typeface="Yu Gothic" panose="020B0400000000000000" pitchFamily="34" charset="-128"/>
              </a:defRPr>
            </a:lvl1pPr>
          </a:lstStyle>
          <a:p>
            <a:pPr>
              <a:buNone/>
            </a:pPr>
            <a:r>
              <a:rPr lang="ja-JP" altLang="en-US"/>
              <a:t>キーメッセージを編集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7D6E5A"/>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 name="タイトル プレースホルダー 26">
            <a:extLst>
              <a:ext uri="{FF2B5EF4-FFF2-40B4-BE49-F238E27FC236}">
                <a16:creationId xmlns:a16="http://schemas.microsoft.com/office/drawing/2014/main" id="{C4FAADA1-F97A-3FED-83F6-E121F43D4221}"/>
              </a:ext>
            </a:extLst>
          </p:cNvPr>
          <p:cNvSpPr>
            <a:spLocks noGrp="1"/>
          </p:cNvSpPr>
          <p:nvPr>
            <p:ph type="title" hasCustomPrompt="1"/>
          </p:nvPr>
        </p:nvSpPr>
        <p:spPr>
          <a:xfrm>
            <a:off x="761999" y="305076"/>
            <a:ext cx="10915201"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Tree>
    <p:extLst>
      <p:ext uri="{BB962C8B-B14F-4D97-AF65-F5344CB8AC3E}">
        <p14:creationId xmlns:p14="http://schemas.microsoft.com/office/powerpoint/2010/main" val="3730332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7"/>
            <a:ext cx="11162400" cy="4478288"/>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7D6E5A"/>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 name="テキスト プレースホルダー 19">
            <a:extLst>
              <a:ext uri="{FF2B5EF4-FFF2-40B4-BE49-F238E27FC236}">
                <a16:creationId xmlns:a16="http://schemas.microsoft.com/office/drawing/2014/main" id="{58683DCB-8208-FDEE-CEB5-59ACC14955CA}"/>
              </a:ext>
            </a:extLst>
          </p:cNvPr>
          <p:cNvSpPr>
            <a:spLocks noGrp="1"/>
          </p:cNvSpPr>
          <p:nvPr>
            <p:ph type="body" sz="quarter" idx="12" hasCustomPrompt="1"/>
          </p:nvPr>
        </p:nvSpPr>
        <p:spPr>
          <a:xfrm>
            <a:off x="514800" y="1010676"/>
            <a:ext cx="11162400" cy="543339"/>
          </a:xfrm>
          <a:prstGeom prst="rect">
            <a:avLst/>
          </a:prstGeom>
        </p:spPr>
        <p:txBody>
          <a:bodyPr lIns="0" tIns="0" rIns="0" bIns="0" anchor="t"/>
          <a:lstStyle>
            <a:lvl1pPr marL="0" indent="0">
              <a:lnSpc>
                <a:spcPct val="100000"/>
              </a:lnSpc>
              <a:buNone/>
              <a:defRPr sz="1600" b="0" i="0" baseline="0">
                <a:solidFill>
                  <a:schemeClr val="tx1"/>
                </a:solidFill>
                <a:latin typeface="+mn-ea"/>
                <a:ea typeface="+mn-ea"/>
              </a:defRPr>
            </a:lvl1pPr>
          </a:lstStyle>
          <a:p>
            <a:pPr>
              <a:buNone/>
            </a:pPr>
            <a:r>
              <a:rPr lang="ja-JP" altLang="en-US"/>
              <a:t>本文を編集</a:t>
            </a:r>
            <a:endParaRPr lang="en-US" altLang="ja-JP"/>
          </a:p>
        </p:txBody>
      </p:sp>
      <p:sp>
        <p:nvSpPr>
          <p:cNvPr id="3" name="タイトル プレースホルダー 26">
            <a:extLst>
              <a:ext uri="{FF2B5EF4-FFF2-40B4-BE49-F238E27FC236}">
                <a16:creationId xmlns:a16="http://schemas.microsoft.com/office/drawing/2014/main" id="{1C510DA3-FB2E-519A-1C1F-3C5FA8897F08}"/>
              </a:ext>
            </a:extLst>
          </p:cNvPr>
          <p:cNvSpPr>
            <a:spLocks noGrp="1"/>
          </p:cNvSpPr>
          <p:nvPr>
            <p:ph type="title" hasCustomPrompt="1"/>
          </p:nvPr>
        </p:nvSpPr>
        <p:spPr>
          <a:xfrm>
            <a:off x="761999" y="305076"/>
            <a:ext cx="10915201"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Tree>
    <p:extLst>
      <p:ext uri="{BB962C8B-B14F-4D97-AF65-F5344CB8AC3E}">
        <p14:creationId xmlns:p14="http://schemas.microsoft.com/office/powerpoint/2010/main" val="4199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7"/>
            <a:ext cx="5394509" cy="4478288"/>
          </a:xfrm>
          <a:prstGeom prst="rect">
            <a:avLst/>
          </a:prstGeom>
        </p:spPr>
        <p:txBody>
          <a:bodyPr lIns="0" tIns="0" rIns="0" bIns="0" spcCol="0" anchor="t"/>
          <a:lstStyle>
            <a:lvl1pPr marL="0" indent="0">
              <a:lnSpc>
                <a:spcPct val="100000"/>
              </a:lnSpc>
              <a:buNone/>
              <a:defRPr sz="1800">
                <a:solidFill>
                  <a:schemeClr val="tx1"/>
                </a:solidFill>
              </a:defRPr>
            </a:lvl1pPr>
          </a:lstStyle>
          <a:p>
            <a:pPr>
              <a:buNone/>
            </a:pPr>
            <a:r>
              <a:rPr lang="en-US" altLang="ja-JP"/>
              <a:t>2</a:t>
            </a:r>
            <a:r>
              <a:rPr lang="ja-JP" altLang="en-US"/>
              <a:t>カラム</a:t>
            </a:r>
            <a:endParaRPr lang="en-US" altLang="ja-JP"/>
          </a:p>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7D6E5A"/>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 name="テキスト プレースホルダー 19">
            <a:extLst>
              <a:ext uri="{FF2B5EF4-FFF2-40B4-BE49-F238E27FC236}">
                <a16:creationId xmlns:a16="http://schemas.microsoft.com/office/drawing/2014/main" id="{42B038E9-D7ED-11DF-C4A1-9C66F51BC2A2}"/>
              </a:ext>
            </a:extLst>
          </p:cNvPr>
          <p:cNvSpPr>
            <a:spLocks noGrp="1"/>
          </p:cNvSpPr>
          <p:nvPr>
            <p:ph type="body" sz="quarter" idx="12" hasCustomPrompt="1"/>
          </p:nvPr>
        </p:nvSpPr>
        <p:spPr>
          <a:xfrm>
            <a:off x="6282691" y="1763487"/>
            <a:ext cx="5394509" cy="4478288"/>
          </a:xfrm>
          <a:prstGeom prst="rect">
            <a:avLst/>
          </a:prstGeom>
        </p:spPr>
        <p:txBody>
          <a:bodyPr lIns="0" tIns="0" rIns="0" bIns="0" anchor="t"/>
          <a:lstStyle>
            <a:lvl1pPr marL="0" indent="0">
              <a:lnSpc>
                <a:spcPct val="100000"/>
              </a:lnSpc>
              <a:buNone/>
              <a:defRPr sz="1800">
                <a:solidFill>
                  <a:schemeClr val="tx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ja-JP"/>
              <a:t>2</a:t>
            </a:r>
            <a:r>
              <a:rPr lang="ja-JP" altLang="en-US"/>
              <a:t>カラム</a:t>
            </a:r>
            <a:endParaRPr lang="en-US" altLang="ja-JP"/>
          </a:p>
          <a:p>
            <a:pPr>
              <a:buNone/>
            </a:pPr>
            <a:r>
              <a:rPr lang="ja-JP" altLang="en-US"/>
              <a:t>コンテンツを編集</a:t>
            </a:r>
            <a:endParaRPr lang="en-US" altLang="ja-JP"/>
          </a:p>
        </p:txBody>
      </p:sp>
      <p:sp>
        <p:nvSpPr>
          <p:cNvPr id="5" name="テキスト プレースホルダー 19">
            <a:extLst>
              <a:ext uri="{FF2B5EF4-FFF2-40B4-BE49-F238E27FC236}">
                <a16:creationId xmlns:a16="http://schemas.microsoft.com/office/drawing/2014/main" id="{1A88513D-2558-6230-4E72-9588B6964EC1}"/>
              </a:ext>
            </a:extLst>
          </p:cNvPr>
          <p:cNvSpPr>
            <a:spLocks noGrp="1"/>
          </p:cNvSpPr>
          <p:nvPr>
            <p:ph type="body" sz="quarter" idx="13" hasCustomPrompt="1"/>
          </p:nvPr>
        </p:nvSpPr>
        <p:spPr>
          <a:xfrm>
            <a:off x="514800" y="1010676"/>
            <a:ext cx="11162400" cy="543339"/>
          </a:xfrm>
          <a:prstGeom prst="rect">
            <a:avLst/>
          </a:prstGeom>
        </p:spPr>
        <p:txBody>
          <a:bodyPr lIns="0" tIns="0" rIns="0" bIns="0" anchor="t"/>
          <a:lstStyle>
            <a:lvl1pPr marL="0" indent="0">
              <a:lnSpc>
                <a:spcPct val="100000"/>
              </a:lnSpc>
              <a:buNone/>
              <a:defRPr sz="1600" b="0" i="0" baseline="0">
                <a:solidFill>
                  <a:schemeClr val="tx1"/>
                </a:solidFill>
                <a:latin typeface="游ゴシック Medium" panose="020B0500000000000000" pitchFamily="50" charset="-128"/>
                <a:ea typeface="游ゴシック Medium" panose="020B0500000000000000" pitchFamily="50" charset="-128"/>
              </a:defRPr>
            </a:lvl1pPr>
          </a:lstStyle>
          <a:p>
            <a:pPr>
              <a:buNone/>
            </a:pPr>
            <a:r>
              <a:rPr lang="ja-JP" altLang="en-US"/>
              <a:t>本文を編集</a:t>
            </a:r>
            <a:endParaRPr lang="en-US" altLang="ja-JP"/>
          </a:p>
        </p:txBody>
      </p:sp>
      <p:sp>
        <p:nvSpPr>
          <p:cNvPr id="3" name="タイトル プレースホルダー 26">
            <a:extLst>
              <a:ext uri="{FF2B5EF4-FFF2-40B4-BE49-F238E27FC236}">
                <a16:creationId xmlns:a16="http://schemas.microsoft.com/office/drawing/2014/main" id="{0337A2AD-984E-6926-10AE-1BA062322EA7}"/>
              </a:ext>
            </a:extLst>
          </p:cNvPr>
          <p:cNvSpPr>
            <a:spLocks noGrp="1"/>
          </p:cNvSpPr>
          <p:nvPr>
            <p:ph type="title" hasCustomPrompt="1"/>
          </p:nvPr>
        </p:nvSpPr>
        <p:spPr>
          <a:xfrm>
            <a:off x="761999" y="305076"/>
            <a:ext cx="10915201"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Tree>
    <p:extLst>
      <p:ext uri="{BB962C8B-B14F-4D97-AF65-F5344CB8AC3E}">
        <p14:creationId xmlns:p14="http://schemas.microsoft.com/office/powerpoint/2010/main" val="2843661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7"/>
            <a:ext cx="3562289" cy="4478288"/>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en-US" altLang="ja-JP"/>
              <a:t>3</a:t>
            </a:r>
            <a:r>
              <a:rPr lang="ja-JP" altLang="en-US"/>
              <a:t>カラム</a:t>
            </a:r>
            <a:endParaRPr lang="en-US" altLang="ja-JP"/>
          </a:p>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7D6E5A"/>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3" name="テキスト プレースホルダー 19">
            <a:extLst>
              <a:ext uri="{FF2B5EF4-FFF2-40B4-BE49-F238E27FC236}">
                <a16:creationId xmlns:a16="http://schemas.microsoft.com/office/drawing/2014/main" id="{3237B064-1509-8A48-2988-B6C6DC239633}"/>
              </a:ext>
            </a:extLst>
          </p:cNvPr>
          <p:cNvSpPr>
            <a:spLocks noGrp="1"/>
          </p:cNvSpPr>
          <p:nvPr>
            <p:ph type="body" sz="quarter" idx="12" hasCustomPrompt="1"/>
          </p:nvPr>
        </p:nvSpPr>
        <p:spPr>
          <a:xfrm>
            <a:off x="4314855" y="1763487"/>
            <a:ext cx="3562289" cy="4478288"/>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en-US" altLang="ja-JP"/>
              <a:t>3</a:t>
            </a:r>
            <a:r>
              <a:rPr lang="ja-JP" altLang="en-US"/>
              <a:t>カラム</a:t>
            </a:r>
            <a:endParaRPr lang="en-US" altLang="ja-JP"/>
          </a:p>
          <a:p>
            <a:pPr>
              <a:buNone/>
            </a:pPr>
            <a:r>
              <a:rPr lang="ja-JP" altLang="en-US"/>
              <a:t>コンテンツを編集</a:t>
            </a:r>
            <a:endParaRPr lang="en-US" altLang="ja-JP"/>
          </a:p>
        </p:txBody>
      </p:sp>
      <p:sp>
        <p:nvSpPr>
          <p:cNvPr id="4" name="テキスト プレースホルダー 19">
            <a:extLst>
              <a:ext uri="{FF2B5EF4-FFF2-40B4-BE49-F238E27FC236}">
                <a16:creationId xmlns:a16="http://schemas.microsoft.com/office/drawing/2014/main" id="{B9DE01A0-0120-3EA0-72AB-7C05952E64D3}"/>
              </a:ext>
            </a:extLst>
          </p:cNvPr>
          <p:cNvSpPr>
            <a:spLocks noGrp="1"/>
          </p:cNvSpPr>
          <p:nvPr>
            <p:ph type="body" sz="quarter" idx="13" hasCustomPrompt="1"/>
          </p:nvPr>
        </p:nvSpPr>
        <p:spPr>
          <a:xfrm>
            <a:off x="8114911" y="1763487"/>
            <a:ext cx="3562289" cy="4478288"/>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en-US" altLang="ja-JP"/>
              <a:t>3</a:t>
            </a:r>
            <a:r>
              <a:rPr lang="ja-JP" altLang="en-US"/>
              <a:t>カラム</a:t>
            </a:r>
            <a:endParaRPr lang="en-US" altLang="ja-JP"/>
          </a:p>
          <a:p>
            <a:pPr>
              <a:buNone/>
            </a:pPr>
            <a:r>
              <a:rPr lang="ja-JP" altLang="en-US"/>
              <a:t>コンテンツを編集</a:t>
            </a:r>
            <a:endParaRPr lang="en-US" altLang="ja-JP"/>
          </a:p>
        </p:txBody>
      </p:sp>
      <p:sp>
        <p:nvSpPr>
          <p:cNvPr id="7" name="テキスト プレースホルダー 19">
            <a:extLst>
              <a:ext uri="{FF2B5EF4-FFF2-40B4-BE49-F238E27FC236}">
                <a16:creationId xmlns:a16="http://schemas.microsoft.com/office/drawing/2014/main" id="{AF1931D1-04F4-0B7C-0BE3-AD2A5E871395}"/>
              </a:ext>
            </a:extLst>
          </p:cNvPr>
          <p:cNvSpPr>
            <a:spLocks noGrp="1"/>
          </p:cNvSpPr>
          <p:nvPr>
            <p:ph type="body" sz="quarter" idx="14" hasCustomPrompt="1"/>
          </p:nvPr>
        </p:nvSpPr>
        <p:spPr>
          <a:xfrm>
            <a:off x="514800" y="1010676"/>
            <a:ext cx="11162400" cy="543339"/>
          </a:xfrm>
          <a:prstGeom prst="rect">
            <a:avLst/>
          </a:prstGeom>
        </p:spPr>
        <p:txBody>
          <a:bodyPr lIns="0" tIns="0" rIns="0" bIns="0" anchor="t"/>
          <a:lstStyle>
            <a:lvl1pPr marL="0" indent="0">
              <a:lnSpc>
                <a:spcPct val="100000"/>
              </a:lnSpc>
              <a:buNone/>
              <a:defRPr sz="1600" b="0" i="0" baseline="0">
                <a:solidFill>
                  <a:schemeClr val="tx1"/>
                </a:solidFill>
                <a:latin typeface="+mn-ea"/>
                <a:ea typeface="+mn-ea"/>
              </a:defRPr>
            </a:lvl1pPr>
          </a:lstStyle>
          <a:p>
            <a:pPr>
              <a:buNone/>
            </a:pPr>
            <a:r>
              <a:rPr lang="ja-JP" altLang="en-US"/>
              <a:t>本文を編集</a:t>
            </a:r>
            <a:endParaRPr lang="en-US" altLang="ja-JP"/>
          </a:p>
        </p:txBody>
      </p:sp>
      <p:sp>
        <p:nvSpPr>
          <p:cNvPr id="2" name="タイトル プレースホルダー 26">
            <a:extLst>
              <a:ext uri="{FF2B5EF4-FFF2-40B4-BE49-F238E27FC236}">
                <a16:creationId xmlns:a16="http://schemas.microsoft.com/office/drawing/2014/main" id="{F0A6A498-5ED9-D505-1E04-C01D90775BAB}"/>
              </a:ext>
            </a:extLst>
          </p:cNvPr>
          <p:cNvSpPr>
            <a:spLocks noGrp="1"/>
          </p:cNvSpPr>
          <p:nvPr>
            <p:ph type="title" hasCustomPrompt="1"/>
          </p:nvPr>
        </p:nvSpPr>
        <p:spPr>
          <a:xfrm>
            <a:off x="761999" y="305076"/>
            <a:ext cx="10915201"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Tree>
    <p:extLst>
      <p:ext uri="{BB962C8B-B14F-4D97-AF65-F5344CB8AC3E}">
        <p14:creationId xmlns:p14="http://schemas.microsoft.com/office/powerpoint/2010/main" val="3459351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s LBE/DBE A">
    <p:spTree>
      <p:nvGrpSpPr>
        <p:cNvPr id="1" name=""/>
        <p:cNvGrpSpPr/>
        <p:nvPr/>
      </p:nvGrpSpPr>
      <p:grpSpPr>
        <a:xfrm>
          <a:off x="0" y="0"/>
          <a:ext cx="0" cy="0"/>
          <a:chOff x="0" y="0"/>
          <a:chExt cx="0" cy="0"/>
        </a:xfrm>
      </p:grpSpPr>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7"/>
            <a:ext cx="7236399" cy="4478288"/>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7D6E5A"/>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 name="テキスト プレースホルダー 19">
            <a:extLst>
              <a:ext uri="{FF2B5EF4-FFF2-40B4-BE49-F238E27FC236}">
                <a16:creationId xmlns:a16="http://schemas.microsoft.com/office/drawing/2014/main" id="{58683DCB-8208-FDEE-CEB5-59ACC14955CA}"/>
              </a:ext>
            </a:extLst>
          </p:cNvPr>
          <p:cNvSpPr>
            <a:spLocks noGrp="1"/>
          </p:cNvSpPr>
          <p:nvPr>
            <p:ph type="body" sz="quarter" idx="12" hasCustomPrompt="1"/>
          </p:nvPr>
        </p:nvSpPr>
        <p:spPr>
          <a:xfrm>
            <a:off x="514800" y="1010676"/>
            <a:ext cx="7236399" cy="543339"/>
          </a:xfrm>
          <a:prstGeom prst="rect">
            <a:avLst/>
          </a:prstGeom>
        </p:spPr>
        <p:txBody>
          <a:bodyPr lIns="0" tIns="0" rIns="0" bIns="0" anchor="t"/>
          <a:lstStyle>
            <a:lvl1pPr marL="0" indent="0">
              <a:lnSpc>
                <a:spcPct val="100000"/>
              </a:lnSpc>
              <a:buNone/>
              <a:defRPr sz="1600" b="0" i="0" baseline="0">
                <a:solidFill>
                  <a:schemeClr val="tx1"/>
                </a:solidFill>
                <a:latin typeface="+mn-ea"/>
                <a:ea typeface="+mn-ea"/>
              </a:defRPr>
            </a:lvl1pPr>
          </a:lstStyle>
          <a:p>
            <a:pPr>
              <a:buNone/>
            </a:pPr>
            <a:r>
              <a:rPr lang="ja-JP" altLang="en-US"/>
              <a:t>本文を編集</a:t>
            </a:r>
            <a:endParaRPr lang="en-US" altLang="ja-JP"/>
          </a:p>
        </p:txBody>
      </p:sp>
      <p:sp>
        <p:nvSpPr>
          <p:cNvPr id="3" name="正方形/長方形 2">
            <a:extLst>
              <a:ext uri="{FF2B5EF4-FFF2-40B4-BE49-F238E27FC236}">
                <a16:creationId xmlns:a16="http://schemas.microsoft.com/office/drawing/2014/main" id="{6ABF375C-CBA5-4A20-D8D4-57A56D178337}"/>
              </a:ext>
            </a:extLst>
          </p:cNvPr>
          <p:cNvSpPr/>
          <p:nvPr userDrawn="1"/>
        </p:nvSpPr>
        <p:spPr>
          <a:xfrm>
            <a:off x="8128584" y="1"/>
            <a:ext cx="4063416" cy="6568798"/>
          </a:xfrm>
          <a:prstGeom prst="rect">
            <a:avLst/>
          </a:prstGeom>
          <a:solidFill>
            <a:srgbClr val="7D6E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19">
            <a:extLst>
              <a:ext uri="{FF2B5EF4-FFF2-40B4-BE49-F238E27FC236}">
                <a16:creationId xmlns:a16="http://schemas.microsoft.com/office/drawing/2014/main" id="{7FD16306-8B37-E310-DDE3-4D61D5B7B6BB}"/>
              </a:ext>
            </a:extLst>
          </p:cNvPr>
          <p:cNvSpPr>
            <a:spLocks noGrp="1"/>
          </p:cNvSpPr>
          <p:nvPr>
            <p:ph type="body" sz="quarter" idx="13" hasCustomPrompt="1"/>
          </p:nvPr>
        </p:nvSpPr>
        <p:spPr>
          <a:xfrm>
            <a:off x="8458199" y="1010676"/>
            <a:ext cx="3218999" cy="5231099"/>
          </a:xfrm>
          <a:prstGeom prst="rect">
            <a:avLst/>
          </a:prstGeom>
        </p:spPr>
        <p:txBody>
          <a:bodyPr lIns="0" tIns="0" rIns="0" bIns="0" anchor="t"/>
          <a:lstStyle>
            <a:lvl1pPr marL="0" indent="0">
              <a:lnSpc>
                <a:spcPct val="100000"/>
              </a:lnSpc>
              <a:buNone/>
              <a:defRPr sz="1800">
                <a:solidFill>
                  <a:schemeClr val="bg1"/>
                </a:solidFill>
              </a:defRPr>
            </a:lvl1pPr>
          </a:lstStyle>
          <a:p>
            <a:pPr>
              <a:buNone/>
            </a:pPr>
            <a:r>
              <a:rPr lang="ja-JP" altLang="en-US"/>
              <a:t>コンテンツを編集</a:t>
            </a:r>
            <a:endParaRPr lang="en-US" altLang="ja-JP"/>
          </a:p>
        </p:txBody>
      </p:sp>
      <p:sp>
        <p:nvSpPr>
          <p:cNvPr id="5" name="タイトル プレースホルダー 26">
            <a:extLst>
              <a:ext uri="{FF2B5EF4-FFF2-40B4-BE49-F238E27FC236}">
                <a16:creationId xmlns:a16="http://schemas.microsoft.com/office/drawing/2014/main" id="{8754E17D-AF49-03B4-E8C5-305799607687}"/>
              </a:ext>
            </a:extLst>
          </p:cNvPr>
          <p:cNvSpPr>
            <a:spLocks noGrp="1"/>
          </p:cNvSpPr>
          <p:nvPr>
            <p:ph type="title" hasCustomPrompt="1"/>
          </p:nvPr>
        </p:nvSpPr>
        <p:spPr>
          <a:xfrm>
            <a:off x="762000" y="305076"/>
            <a:ext cx="6989200"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Tree>
    <p:extLst>
      <p:ext uri="{BB962C8B-B14F-4D97-AF65-F5344CB8AC3E}">
        <p14:creationId xmlns:p14="http://schemas.microsoft.com/office/powerpoint/2010/main" val="260146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s DBE/LBE A">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ABF375C-CBA5-4A20-D8D4-57A56D178337}"/>
              </a:ext>
            </a:extLst>
          </p:cNvPr>
          <p:cNvSpPr/>
          <p:nvPr userDrawn="1"/>
        </p:nvSpPr>
        <p:spPr>
          <a:xfrm flipH="1">
            <a:off x="0" y="1"/>
            <a:ext cx="8128584" cy="6568798"/>
          </a:xfrm>
          <a:prstGeom prst="rect">
            <a:avLst/>
          </a:prstGeom>
          <a:solidFill>
            <a:srgbClr val="7D6E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7"/>
            <a:ext cx="7236399" cy="4478288"/>
          </a:xfrm>
          <a:prstGeom prst="rect">
            <a:avLst/>
          </a:prstGeom>
        </p:spPr>
        <p:txBody>
          <a:bodyPr lIns="0" tIns="0" rIns="0" bIns="0" anchor="t"/>
          <a:lstStyle>
            <a:lvl1pPr marL="0" indent="0">
              <a:lnSpc>
                <a:spcPct val="100000"/>
              </a:lnSpc>
              <a:buNone/>
              <a:defRPr sz="1800">
                <a:solidFill>
                  <a:schemeClr val="bg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F1EBE3"/>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p:ph type="title" hasCustomPrompt="1"/>
          </p:nvPr>
        </p:nvSpPr>
        <p:spPr>
          <a:xfrm>
            <a:off x="762000" y="305076"/>
            <a:ext cx="6989199" cy="360000"/>
          </a:xfrm>
          <a:prstGeom prst="rect">
            <a:avLst/>
          </a:prstGeom>
        </p:spPr>
        <p:txBody>
          <a:bodyPr vert="horz" lIns="0" tIns="45720" rIns="91440" bIns="45720" rtlCol="0" anchor="ctr">
            <a:noAutofit/>
          </a:bodyPr>
          <a:lstStyle>
            <a:lvl1pPr>
              <a:lnSpc>
                <a:spcPts val="2500"/>
              </a:lnSpc>
              <a:defRPr sz="1800" b="1" i="0">
                <a:solidFill>
                  <a:schemeClr val="bg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2" name="テキスト プレースホルダー 19">
            <a:extLst>
              <a:ext uri="{FF2B5EF4-FFF2-40B4-BE49-F238E27FC236}">
                <a16:creationId xmlns:a16="http://schemas.microsoft.com/office/drawing/2014/main" id="{58683DCB-8208-FDEE-CEB5-59ACC14955CA}"/>
              </a:ext>
            </a:extLst>
          </p:cNvPr>
          <p:cNvSpPr>
            <a:spLocks noGrp="1"/>
          </p:cNvSpPr>
          <p:nvPr>
            <p:ph type="body" sz="quarter" idx="12" hasCustomPrompt="1"/>
          </p:nvPr>
        </p:nvSpPr>
        <p:spPr>
          <a:xfrm>
            <a:off x="514800" y="1010676"/>
            <a:ext cx="7236399" cy="543339"/>
          </a:xfrm>
          <a:prstGeom prst="rect">
            <a:avLst/>
          </a:prstGeom>
        </p:spPr>
        <p:txBody>
          <a:bodyPr lIns="0" tIns="0" rIns="0" bIns="0" anchor="t"/>
          <a:lstStyle>
            <a:lvl1pPr marL="0" indent="0">
              <a:lnSpc>
                <a:spcPct val="100000"/>
              </a:lnSpc>
              <a:buNone/>
              <a:defRPr sz="1600" b="0" i="0" baseline="0">
                <a:solidFill>
                  <a:schemeClr val="bg1"/>
                </a:solidFill>
                <a:latin typeface="+mn-ea"/>
                <a:ea typeface="+mn-ea"/>
              </a:defRPr>
            </a:lvl1pPr>
          </a:lstStyle>
          <a:p>
            <a:pPr>
              <a:buNone/>
            </a:pPr>
            <a:r>
              <a:rPr lang="ja-JP" altLang="en-US"/>
              <a:t>本文を編集</a:t>
            </a:r>
            <a:endParaRPr lang="en-US" altLang="ja-JP"/>
          </a:p>
        </p:txBody>
      </p:sp>
      <p:sp>
        <p:nvSpPr>
          <p:cNvPr id="4" name="テキスト プレースホルダー 19">
            <a:extLst>
              <a:ext uri="{FF2B5EF4-FFF2-40B4-BE49-F238E27FC236}">
                <a16:creationId xmlns:a16="http://schemas.microsoft.com/office/drawing/2014/main" id="{7FD16306-8B37-E310-DDE3-4D61D5B7B6BB}"/>
              </a:ext>
            </a:extLst>
          </p:cNvPr>
          <p:cNvSpPr>
            <a:spLocks noGrp="1"/>
          </p:cNvSpPr>
          <p:nvPr>
            <p:ph type="body" sz="quarter" idx="13" hasCustomPrompt="1"/>
          </p:nvPr>
        </p:nvSpPr>
        <p:spPr>
          <a:xfrm>
            <a:off x="8458199" y="1010676"/>
            <a:ext cx="3218999" cy="5231099"/>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Tree>
    <p:extLst>
      <p:ext uri="{BB962C8B-B14F-4D97-AF65-F5344CB8AC3E}">
        <p14:creationId xmlns:p14="http://schemas.microsoft.com/office/powerpoint/2010/main" val="2084912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s image A">
    <p:spTree>
      <p:nvGrpSpPr>
        <p:cNvPr id="1" name=""/>
        <p:cNvGrpSpPr/>
        <p:nvPr/>
      </p:nvGrpSpPr>
      <p:grpSpPr>
        <a:xfrm>
          <a:off x="0" y="0"/>
          <a:ext cx="0" cy="0"/>
          <a:chOff x="0" y="0"/>
          <a:chExt cx="0" cy="0"/>
        </a:xfrm>
      </p:grpSpPr>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7"/>
            <a:ext cx="7236399" cy="4478288"/>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7D6E5A"/>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p:ph type="title" hasCustomPrompt="1"/>
          </p:nvPr>
        </p:nvSpPr>
        <p:spPr>
          <a:xfrm>
            <a:off x="762000" y="305076"/>
            <a:ext cx="6989199"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2" name="テキスト プレースホルダー 19">
            <a:extLst>
              <a:ext uri="{FF2B5EF4-FFF2-40B4-BE49-F238E27FC236}">
                <a16:creationId xmlns:a16="http://schemas.microsoft.com/office/drawing/2014/main" id="{58683DCB-8208-FDEE-CEB5-59ACC14955CA}"/>
              </a:ext>
            </a:extLst>
          </p:cNvPr>
          <p:cNvSpPr>
            <a:spLocks noGrp="1"/>
          </p:cNvSpPr>
          <p:nvPr>
            <p:ph type="body" sz="quarter" idx="12" hasCustomPrompt="1"/>
          </p:nvPr>
        </p:nvSpPr>
        <p:spPr>
          <a:xfrm>
            <a:off x="514800" y="1010676"/>
            <a:ext cx="7236399" cy="543339"/>
          </a:xfrm>
          <a:prstGeom prst="rect">
            <a:avLst/>
          </a:prstGeom>
        </p:spPr>
        <p:txBody>
          <a:bodyPr lIns="0" tIns="0" rIns="0" bIns="0" anchor="t"/>
          <a:lstStyle>
            <a:lvl1pPr marL="0" indent="0">
              <a:lnSpc>
                <a:spcPct val="100000"/>
              </a:lnSpc>
              <a:buNone/>
              <a:defRPr sz="1600" b="0" i="0" baseline="0">
                <a:solidFill>
                  <a:schemeClr val="tx1"/>
                </a:solidFill>
                <a:latin typeface="+mn-ea"/>
                <a:ea typeface="+mn-ea"/>
              </a:defRPr>
            </a:lvl1pPr>
          </a:lstStyle>
          <a:p>
            <a:pPr>
              <a:buNone/>
            </a:pPr>
            <a:r>
              <a:rPr lang="ja-JP" altLang="en-US"/>
              <a:t>本文を編集</a:t>
            </a:r>
            <a:endParaRPr lang="en-US" altLang="ja-JP"/>
          </a:p>
        </p:txBody>
      </p:sp>
      <p:sp>
        <p:nvSpPr>
          <p:cNvPr id="6" name="図プレースホルダー 5">
            <a:extLst>
              <a:ext uri="{FF2B5EF4-FFF2-40B4-BE49-F238E27FC236}">
                <a16:creationId xmlns:a16="http://schemas.microsoft.com/office/drawing/2014/main" id="{87E91D26-E9B8-E02B-55D1-60484E3A33BE}"/>
              </a:ext>
            </a:extLst>
          </p:cNvPr>
          <p:cNvSpPr>
            <a:spLocks noGrp="1"/>
          </p:cNvSpPr>
          <p:nvPr>
            <p:ph type="pic" sz="quarter" idx="13" hasCustomPrompt="1"/>
          </p:nvPr>
        </p:nvSpPr>
        <p:spPr>
          <a:xfrm>
            <a:off x="8128583" y="0"/>
            <a:ext cx="4063417" cy="6553200"/>
          </a:xfrm>
          <a:prstGeom prst="rect">
            <a:avLst/>
          </a:prstGeom>
          <a:noFill/>
        </p:spPr>
        <p:txBody>
          <a:bodyPr/>
          <a:lstStyle>
            <a:lvl1pPr marL="0" indent="0">
              <a:buNone/>
              <a:defRPr sz="1600">
                <a:solidFill>
                  <a:schemeClr val="tx1">
                    <a:lumMod val="50000"/>
                    <a:lumOff val="50000"/>
                  </a:schemeClr>
                </a:solidFill>
              </a:defRPr>
            </a:lvl1pPr>
          </a:lstStyle>
          <a:p>
            <a:r>
              <a:rPr kumimoji="1" lang="ja-JP" altLang="en-US"/>
              <a:t>アイコンをクリックして画像を追加</a:t>
            </a:r>
          </a:p>
        </p:txBody>
      </p:sp>
    </p:spTree>
    <p:extLst>
      <p:ext uri="{BB962C8B-B14F-4D97-AF65-F5344CB8AC3E}">
        <p14:creationId xmlns:p14="http://schemas.microsoft.com/office/powerpoint/2010/main" val="1222802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s LBE/DBE B">
    <p:spTree>
      <p:nvGrpSpPr>
        <p:cNvPr id="1" name=""/>
        <p:cNvGrpSpPr/>
        <p:nvPr/>
      </p:nvGrpSpPr>
      <p:grpSpPr>
        <a:xfrm>
          <a:off x="0" y="0"/>
          <a:ext cx="0" cy="0"/>
          <a:chOff x="0" y="0"/>
          <a:chExt cx="0" cy="0"/>
        </a:xfrm>
      </p:grpSpPr>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7"/>
            <a:ext cx="5174799" cy="4478288"/>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7D6E5A"/>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p:ph type="title" hasCustomPrompt="1"/>
          </p:nvPr>
        </p:nvSpPr>
        <p:spPr>
          <a:xfrm>
            <a:off x="762000" y="305076"/>
            <a:ext cx="4927599"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2" name="テキスト プレースホルダー 19">
            <a:extLst>
              <a:ext uri="{FF2B5EF4-FFF2-40B4-BE49-F238E27FC236}">
                <a16:creationId xmlns:a16="http://schemas.microsoft.com/office/drawing/2014/main" id="{58683DCB-8208-FDEE-CEB5-59ACC14955CA}"/>
              </a:ext>
            </a:extLst>
          </p:cNvPr>
          <p:cNvSpPr>
            <a:spLocks noGrp="1"/>
          </p:cNvSpPr>
          <p:nvPr>
            <p:ph type="body" sz="quarter" idx="12" hasCustomPrompt="1"/>
          </p:nvPr>
        </p:nvSpPr>
        <p:spPr>
          <a:xfrm>
            <a:off x="514800" y="1010676"/>
            <a:ext cx="5174799" cy="543339"/>
          </a:xfrm>
          <a:prstGeom prst="rect">
            <a:avLst/>
          </a:prstGeom>
        </p:spPr>
        <p:txBody>
          <a:bodyPr lIns="0" tIns="0" rIns="0" bIns="0" anchor="t"/>
          <a:lstStyle>
            <a:lvl1pPr marL="0" indent="0">
              <a:lnSpc>
                <a:spcPct val="100000"/>
              </a:lnSpc>
              <a:buNone/>
              <a:defRPr sz="1600" b="0" i="0" baseline="0">
                <a:solidFill>
                  <a:schemeClr val="tx1"/>
                </a:solidFill>
                <a:latin typeface="+mn-ea"/>
                <a:ea typeface="+mn-ea"/>
              </a:defRPr>
            </a:lvl1pPr>
          </a:lstStyle>
          <a:p>
            <a:pPr>
              <a:buNone/>
            </a:pPr>
            <a:r>
              <a:rPr lang="ja-JP" altLang="en-US"/>
              <a:t>本文を編集</a:t>
            </a:r>
            <a:endParaRPr lang="en-US" altLang="ja-JP"/>
          </a:p>
        </p:txBody>
      </p:sp>
      <p:sp>
        <p:nvSpPr>
          <p:cNvPr id="3" name="正方形/長方形 2">
            <a:extLst>
              <a:ext uri="{FF2B5EF4-FFF2-40B4-BE49-F238E27FC236}">
                <a16:creationId xmlns:a16="http://schemas.microsoft.com/office/drawing/2014/main" id="{6ABF375C-CBA5-4A20-D8D4-57A56D178337}"/>
              </a:ext>
            </a:extLst>
          </p:cNvPr>
          <p:cNvSpPr/>
          <p:nvPr userDrawn="1"/>
        </p:nvSpPr>
        <p:spPr>
          <a:xfrm>
            <a:off x="6096000" y="1"/>
            <a:ext cx="6096000" cy="6568798"/>
          </a:xfrm>
          <a:prstGeom prst="rect">
            <a:avLst/>
          </a:prstGeom>
          <a:solidFill>
            <a:srgbClr val="7D6E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19">
            <a:extLst>
              <a:ext uri="{FF2B5EF4-FFF2-40B4-BE49-F238E27FC236}">
                <a16:creationId xmlns:a16="http://schemas.microsoft.com/office/drawing/2014/main" id="{7FD16306-8B37-E310-DDE3-4D61D5B7B6BB}"/>
              </a:ext>
            </a:extLst>
          </p:cNvPr>
          <p:cNvSpPr>
            <a:spLocks noGrp="1"/>
          </p:cNvSpPr>
          <p:nvPr>
            <p:ph type="body" sz="quarter" idx="13" hasCustomPrompt="1"/>
          </p:nvPr>
        </p:nvSpPr>
        <p:spPr>
          <a:xfrm>
            <a:off x="6464299" y="1010676"/>
            <a:ext cx="5212899" cy="5231099"/>
          </a:xfrm>
          <a:prstGeom prst="rect">
            <a:avLst/>
          </a:prstGeom>
        </p:spPr>
        <p:txBody>
          <a:bodyPr lIns="0" tIns="0" rIns="0" bIns="0" anchor="t"/>
          <a:lstStyle>
            <a:lvl1pPr marL="0" indent="0">
              <a:lnSpc>
                <a:spcPct val="100000"/>
              </a:lnSpc>
              <a:buNone/>
              <a:defRPr sz="1800">
                <a:solidFill>
                  <a:schemeClr val="bg1"/>
                </a:solidFill>
              </a:defRPr>
            </a:lvl1pPr>
          </a:lstStyle>
          <a:p>
            <a:pPr>
              <a:buNone/>
            </a:pPr>
            <a:r>
              <a:rPr lang="ja-JP" altLang="en-US"/>
              <a:t>コンテンツを編集</a:t>
            </a:r>
            <a:endParaRPr lang="en-US" altLang="ja-JP"/>
          </a:p>
        </p:txBody>
      </p:sp>
    </p:spTree>
    <p:extLst>
      <p:ext uri="{BB962C8B-B14F-4D97-AF65-F5344CB8AC3E}">
        <p14:creationId xmlns:p14="http://schemas.microsoft.com/office/powerpoint/2010/main" val="2745664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s DBE/LBE B">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ABF375C-CBA5-4A20-D8D4-57A56D178337}"/>
              </a:ext>
            </a:extLst>
          </p:cNvPr>
          <p:cNvSpPr/>
          <p:nvPr userDrawn="1"/>
        </p:nvSpPr>
        <p:spPr>
          <a:xfrm flipH="1">
            <a:off x="0" y="1"/>
            <a:ext cx="6096000" cy="6568798"/>
          </a:xfrm>
          <a:prstGeom prst="rect">
            <a:avLst/>
          </a:prstGeom>
          <a:solidFill>
            <a:srgbClr val="7D6E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7"/>
            <a:ext cx="5174799" cy="4478288"/>
          </a:xfrm>
          <a:prstGeom prst="rect">
            <a:avLst/>
          </a:prstGeom>
        </p:spPr>
        <p:txBody>
          <a:bodyPr lIns="0" tIns="0" rIns="0" bIns="0" anchor="t"/>
          <a:lstStyle>
            <a:lvl1pPr marL="0" indent="0">
              <a:lnSpc>
                <a:spcPct val="100000"/>
              </a:lnSpc>
              <a:buNone/>
              <a:defRPr sz="1800">
                <a:solidFill>
                  <a:schemeClr val="bg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F1EBE3"/>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p:ph type="title" hasCustomPrompt="1"/>
          </p:nvPr>
        </p:nvSpPr>
        <p:spPr>
          <a:xfrm>
            <a:off x="762000" y="305076"/>
            <a:ext cx="4927599" cy="360000"/>
          </a:xfrm>
          <a:prstGeom prst="rect">
            <a:avLst/>
          </a:prstGeom>
        </p:spPr>
        <p:txBody>
          <a:bodyPr vert="horz" lIns="0" tIns="45720" rIns="91440" bIns="45720" rtlCol="0" anchor="ctr">
            <a:noAutofit/>
          </a:bodyPr>
          <a:lstStyle>
            <a:lvl1pPr>
              <a:lnSpc>
                <a:spcPts val="2500"/>
              </a:lnSpc>
              <a:defRPr sz="1800" b="1" i="0">
                <a:solidFill>
                  <a:schemeClr val="bg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2" name="テキスト プレースホルダー 19">
            <a:extLst>
              <a:ext uri="{FF2B5EF4-FFF2-40B4-BE49-F238E27FC236}">
                <a16:creationId xmlns:a16="http://schemas.microsoft.com/office/drawing/2014/main" id="{58683DCB-8208-FDEE-CEB5-59ACC14955CA}"/>
              </a:ext>
            </a:extLst>
          </p:cNvPr>
          <p:cNvSpPr>
            <a:spLocks noGrp="1"/>
          </p:cNvSpPr>
          <p:nvPr>
            <p:ph type="body" sz="quarter" idx="12" hasCustomPrompt="1"/>
          </p:nvPr>
        </p:nvSpPr>
        <p:spPr>
          <a:xfrm>
            <a:off x="514800" y="1010676"/>
            <a:ext cx="5174799" cy="543339"/>
          </a:xfrm>
          <a:prstGeom prst="rect">
            <a:avLst/>
          </a:prstGeom>
        </p:spPr>
        <p:txBody>
          <a:bodyPr lIns="0" tIns="0" rIns="0" bIns="0" anchor="t"/>
          <a:lstStyle>
            <a:lvl1pPr marL="0" indent="0">
              <a:lnSpc>
                <a:spcPct val="100000"/>
              </a:lnSpc>
              <a:buNone/>
              <a:defRPr sz="1600" b="0" i="0" baseline="0">
                <a:solidFill>
                  <a:schemeClr val="bg1"/>
                </a:solidFill>
                <a:latin typeface="+mn-ea"/>
                <a:ea typeface="+mn-ea"/>
              </a:defRPr>
            </a:lvl1pPr>
          </a:lstStyle>
          <a:p>
            <a:pPr>
              <a:buNone/>
            </a:pPr>
            <a:r>
              <a:rPr lang="ja-JP" altLang="en-US"/>
              <a:t>本文を編集</a:t>
            </a:r>
            <a:endParaRPr lang="en-US" altLang="ja-JP"/>
          </a:p>
        </p:txBody>
      </p:sp>
      <p:sp>
        <p:nvSpPr>
          <p:cNvPr id="4" name="テキスト プレースホルダー 19">
            <a:extLst>
              <a:ext uri="{FF2B5EF4-FFF2-40B4-BE49-F238E27FC236}">
                <a16:creationId xmlns:a16="http://schemas.microsoft.com/office/drawing/2014/main" id="{7FD16306-8B37-E310-DDE3-4D61D5B7B6BB}"/>
              </a:ext>
            </a:extLst>
          </p:cNvPr>
          <p:cNvSpPr>
            <a:spLocks noGrp="1"/>
          </p:cNvSpPr>
          <p:nvPr>
            <p:ph type="body" sz="quarter" idx="13" hasCustomPrompt="1"/>
          </p:nvPr>
        </p:nvSpPr>
        <p:spPr>
          <a:xfrm>
            <a:off x="6464299" y="1010676"/>
            <a:ext cx="5212899" cy="5231099"/>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Tree>
    <p:extLst>
      <p:ext uri="{BB962C8B-B14F-4D97-AF65-F5344CB8AC3E}">
        <p14:creationId xmlns:p14="http://schemas.microsoft.com/office/powerpoint/2010/main" val="182532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image B">
    <p:spTree>
      <p:nvGrpSpPr>
        <p:cNvPr id="1" name=""/>
        <p:cNvGrpSpPr/>
        <p:nvPr/>
      </p:nvGrpSpPr>
      <p:grpSpPr>
        <a:xfrm>
          <a:off x="0" y="0"/>
          <a:ext cx="0" cy="0"/>
          <a:chOff x="0" y="0"/>
          <a:chExt cx="0" cy="0"/>
        </a:xfrm>
      </p:grpSpPr>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7"/>
            <a:ext cx="5174799" cy="4478288"/>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7D6E5A"/>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p:ph type="title" hasCustomPrompt="1"/>
          </p:nvPr>
        </p:nvSpPr>
        <p:spPr>
          <a:xfrm>
            <a:off x="762000" y="305076"/>
            <a:ext cx="4927599"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2" name="テキスト プレースホルダー 19">
            <a:extLst>
              <a:ext uri="{FF2B5EF4-FFF2-40B4-BE49-F238E27FC236}">
                <a16:creationId xmlns:a16="http://schemas.microsoft.com/office/drawing/2014/main" id="{58683DCB-8208-FDEE-CEB5-59ACC14955CA}"/>
              </a:ext>
            </a:extLst>
          </p:cNvPr>
          <p:cNvSpPr>
            <a:spLocks noGrp="1"/>
          </p:cNvSpPr>
          <p:nvPr>
            <p:ph type="body" sz="quarter" idx="12" hasCustomPrompt="1"/>
          </p:nvPr>
        </p:nvSpPr>
        <p:spPr>
          <a:xfrm>
            <a:off x="514800" y="1010676"/>
            <a:ext cx="5174799" cy="543339"/>
          </a:xfrm>
          <a:prstGeom prst="rect">
            <a:avLst/>
          </a:prstGeom>
        </p:spPr>
        <p:txBody>
          <a:bodyPr lIns="0" tIns="0" rIns="0" bIns="0" anchor="t"/>
          <a:lstStyle>
            <a:lvl1pPr marL="0" indent="0">
              <a:lnSpc>
                <a:spcPct val="100000"/>
              </a:lnSpc>
              <a:buNone/>
              <a:defRPr sz="1600" b="0" i="0" baseline="0">
                <a:solidFill>
                  <a:schemeClr val="tx1"/>
                </a:solidFill>
                <a:latin typeface="+mn-ea"/>
                <a:ea typeface="+mn-ea"/>
              </a:defRPr>
            </a:lvl1pPr>
          </a:lstStyle>
          <a:p>
            <a:pPr>
              <a:buNone/>
            </a:pPr>
            <a:r>
              <a:rPr lang="ja-JP" altLang="en-US"/>
              <a:t>本文を編集</a:t>
            </a:r>
            <a:endParaRPr lang="en-US" altLang="ja-JP"/>
          </a:p>
        </p:txBody>
      </p:sp>
      <p:sp>
        <p:nvSpPr>
          <p:cNvPr id="6" name="図プレースホルダー 5">
            <a:extLst>
              <a:ext uri="{FF2B5EF4-FFF2-40B4-BE49-F238E27FC236}">
                <a16:creationId xmlns:a16="http://schemas.microsoft.com/office/drawing/2014/main" id="{66A251EB-7588-786D-D102-2153F5F8F937}"/>
              </a:ext>
            </a:extLst>
          </p:cNvPr>
          <p:cNvSpPr>
            <a:spLocks noGrp="1"/>
          </p:cNvSpPr>
          <p:nvPr>
            <p:ph type="pic" sz="quarter" idx="13" hasCustomPrompt="1"/>
          </p:nvPr>
        </p:nvSpPr>
        <p:spPr>
          <a:xfrm>
            <a:off x="6096000" y="1"/>
            <a:ext cx="6096000" cy="6560156"/>
          </a:xfrm>
          <a:prstGeom prst="rect">
            <a:avLst/>
          </a:prstGeom>
        </p:spPr>
        <p:txBody>
          <a:bodyPr/>
          <a:lstStyle>
            <a:lvl1pPr marL="0" indent="0">
              <a:buNone/>
              <a:defRPr sz="1600">
                <a:solidFill>
                  <a:schemeClr val="tx1">
                    <a:lumMod val="50000"/>
                    <a:lumOff val="50000"/>
                  </a:schemeClr>
                </a:solidFill>
              </a:defRPr>
            </a:lvl1pPr>
          </a:lstStyle>
          <a:p>
            <a:r>
              <a:rPr kumimoji="1" lang="ja-JP" altLang="en-US"/>
              <a:t>アイコンをクリックして画像を追加</a:t>
            </a:r>
          </a:p>
        </p:txBody>
      </p:sp>
    </p:spTree>
    <p:extLst>
      <p:ext uri="{BB962C8B-B14F-4D97-AF65-F5344CB8AC3E}">
        <p14:creationId xmlns:p14="http://schemas.microsoft.com/office/powerpoint/2010/main" val="2666056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s LBE/DBE C">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ABF375C-CBA5-4A20-D8D4-57A56D178337}"/>
              </a:ext>
            </a:extLst>
          </p:cNvPr>
          <p:cNvSpPr/>
          <p:nvPr userDrawn="1"/>
        </p:nvSpPr>
        <p:spPr>
          <a:xfrm flipH="1">
            <a:off x="4063416" y="1"/>
            <a:ext cx="8128584" cy="6568798"/>
          </a:xfrm>
          <a:prstGeom prst="rect">
            <a:avLst/>
          </a:prstGeom>
          <a:solidFill>
            <a:srgbClr val="7D6E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7"/>
            <a:ext cx="3221407" cy="4478288"/>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7D6E5A"/>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p:ph type="title" hasCustomPrompt="1"/>
          </p:nvPr>
        </p:nvSpPr>
        <p:spPr>
          <a:xfrm>
            <a:off x="762000" y="305076"/>
            <a:ext cx="2974207"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2" name="テキスト プレースホルダー 19">
            <a:extLst>
              <a:ext uri="{FF2B5EF4-FFF2-40B4-BE49-F238E27FC236}">
                <a16:creationId xmlns:a16="http://schemas.microsoft.com/office/drawing/2014/main" id="{58683DCB-8208-FDEE-CEB5-59ACC14955CA}"/>
              </a:ext>
            </a:extLst>
          </p:cNvPr>
          <p:cNvSpPr>
            <a:spLocks noGrp="1"/>
          </p:cNvSpPr>
          <p:nvPr>
            <p:ph type="body" sz="quarter" idx="12" hasCustomPrompt="1"/>
          </p:nvPr>
        </p:nvSpPr>
        <p:spPr>
          <a:xfrm>
            <a:off x="514800" y="1010676"/>
            <a:ext cx="3221407" cy="543339"/>
          </a:xfrm>
          <a:prstGeom prst="rect">
            <a:avLst/>
          </a:prstGeom>
        </p:spPr>
        <p:txBody>
          <a:bodyPr lIns="0" tIns="0" rIns="0" bIns="0" anchor="t"/>
          <a:lstStyle>
            <a:lvl1pPr marL="0" indent="0">
              <a:lnSpc>
                <a:spcPct val="100000"/>
              </a:lnSpc>
              <a:buNone/>
              <a:defRPr sz="1600" b="0" i="0" baseline="0">
                <a:solidFill>
                  <a:schemeClr val="tx1"/>
                </a:solidFill>
                <a:latin typeface="+mn-ea"/>
                <a:ea typeface="+mn-ea"/>
              </a:defRPr>
            </a:lvl1pPr>
          </a:lstStyle>
          <a:p>
            <a:pPr>
              <a:buNone/>
            </a:pPr>
            <a:r>
              <a:rPr lang="ja-JP" altLang="en-US"/>
              <a:t>本文を編集</a:t>
            </a:r>
            <a:endParaRPr lang="en-US" altLang="ja-JP"/>
          </a:p>
        </p:txBody>
      </p:sp>
      <p:sp>
        <p:nvSpPr>
          <p:cNvPr id="4" name="テキスト プレースホルダー 19">
            <a:extLst>
              <a:ext uri="{FF2B5EF4-FFF2-40B4-BE49-F238E27FC236}">
                <a16:creationId xmlns:a16="http://schemas.microsoft.com/office/drawing/2014/main" id="{7FD16306-8B37-E310-DDE3-4D61D5B7B6BB}"/>
              </a:ext>
            </a:extLst>
          </p:cNvPr>
          <p:cNvSpPr>
            <a:spLocks noGrp="1"/>
          </p:cNvSpPr>
          <p:nvPr>
            <p:ph type="body" sz="quarter" idx="13" hasCustomPrompt="1"/>
          </p:nvPr>
        </p:nvSpPr>
        <p:spPr>
          <a:xfrm>
            <a:off x="4356847" y="1010676"/>
            <a:ext cx="7320351" cy="5231099"/>
          </a:xfrm>
          <a:prstGeom prst="rect">
            <a:avLst/>
          </a:prstGeom>
        </p:spPr>
        <p:txBody>
          <a:bodyPr lIns="0" tIns="0" rIns="0" bIns="0" anchor="t"/>
          <a:lstStyle>
            <a:lvl1pPr marL="0" indent="0">
              <a:lnSpc>
                <a:spcPct val="100000"/>
              </a:lnSpc>
              <a:buNone/>
              <a:defRPr sz="1800">
                <a:solidFill>
                  <a:schemeClr val="bg1"/>
                </a:solidFill>
              </a:defRPr>
            </a:lvl1pPr>
          </a:lstStyle>
          <a:p>
            <a:pPr>
              <a:buNone/>
            </a:pPr>
            <a:r>
              <a:rPr lang="ja-JP" altLang="en-US"/>
              <a:t>コンテンツを編集</a:t>
            </a:r>
            <a:endParaRPr lang="en-US" altLang="ja-JP"/>
          </a:p>
        </p:txBody>
      </p:sp>
    </p:spTree>
    <p:extLst>
      <p:ext uri="{BB962C8B-B14F-4D97-AF65-F5344CB8AC3E}">
        <p14:creationId xmlns:p14="http://schemas.microsoft.com/office/powerpoint/2010/main" val="3108331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s DBE/LBE C">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ABF375C-CBA5-4A20-D8D4-57A56D178337}"/>
              </a:ext>
            </a:extLst>
          </p:cNvPr>
          <p:cNvSpPr/>
          <p:nvPr userDrawn="1"/>
        </p:nvSpPr>
        <p:spPr>
          <a:xfrm>
            <a:off x="0" y="1"/>
            <a:ext cx="4063416" cy="6568798"/>
          </a:xfrm>
          <a:prstGeom prst="rect">
            <a:avLst/>
          </a:prstGeom>
          <a:solidFill>
            <a:srgbClr val="7D6E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7"/>
            <a:ext cx="3221407" cy="4478288"/>
          </a:xfrm>
          <a:prstGeom prst="rect">
            <a:avLst/>
          </a:prstGeom>
        </p:spPr>
        <p:txBody>
          <a:bodyPr lIns="0" tIns="0" rIns="0" bIns="0" anchor="t"/>
          <a:lstStyle>
            <a:lvl1pPr marL="0" indent="0">
              <a:lnSpc>
                <a:spcPct val="100000"/>
              </a:lnSpc>
              <a:buNone/>
              <a:defRPr sz="1800">
                <a:solidFill>
                  <a:schemeClr val="bg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F1EBE3"/>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p:ph type="title" hasCustomPrompt="1"/>
          </p:nvPr>
        </p:nvSpPr>
        <p:spPr>
          <a:xfrm>
            <a:off x="762000" y="305076"/>
            <a:ext cx="2974207" cy="360000"/>
          </a:xfrm>
          <a:prstGeom prst="rect">
            <a:avLst/>
          </a:prstGeom>
        </p:spPr>
        <p:txBody>
          <a:bodyPr vert="horz" lIns="0" tIns="45720" rIns="91440" bIns="45720" rtlCol="0" anchor="ctr">
            <a:noAutofit/>
          </a:bodyPr>
          <a:lstStyle>
            <a:lvl1pPr>
              <a:lnSpc>
                <a:spcPts val="2500"/>
              </a:lnSpc>
              <a:defRPr sz="1800" b="1" i="0">
                <a:solidFill>
                  <a:schemeClr val="bg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2" name="テキスト プレースホルダー 19">
            <a:extLst>
              <a:ext uri="{FF2B5EF4-FFF2-40B4-BE49-F238E27FC236}">
                <a16:creationId xmlns:a16="http://schemas.microsoft.com/office/drawing/2014/main" id="{58683DCB-8208-FDEE-CEB5-59ACC14955CA}"/>
              </a:ext>
            </a:extLst>
          </p:cNvPr>
          <p:cNvSpPr>
            <a:spLocks noGrp="1"/>
          </p:cNvSpPr>
          <p:nvPr>
            <p:ph type="body" sz="quarter" idx="12" hasCustomPrompt="1"/>
          </p:nvPr>
        </p:nvSpPr>
        <p:spPr>
          <a:xfrm>
            <a:off x="514800" y="1010676"/>
            <a:ext cx="3221407" cy="543339"/>
          </a:xfrm>
          <a:prstGeom prst="rect">
            <a:avLst/>
          </a:prstGeom>
        </p:spPr>
        <p:txBody>
          <a:bodyPr lIns="0" tIns="0" rIns="0" bIns="0" anchor="t"/>
          <a:lstStyle>
            <a:lvl1pPr marL="0" indent="0">
              <a:lnSpc>
                <a:spcPct val="100000"/>
              </a:lnSpc>
              <a:buNone/>
              <a:defRPr sz="1600" b="0" i="0" baseline="0">
                <a:solidFill>
                  <a:schemeClr val="bg1"/>
                </a:solidFill>
                <a:latin typeface="+mn-ea"/>
                <a:ea typeface="+mn-ea"/>
              </a:defRPr>
            </a:lvl1pPr>
          </a:lstStyle>
          <a:p>
            <a:pPr>
              <a:buNone/>
            </a:pPr>
            <a:r>
              <a:rPr lang="ja-JP" altLang="en-US"/>
              <a:t>本文を編集</a:t>
            </a:r>
            <a:endParaRPr lang="en-US" altLang="ja-JP"/>
          </a:p>
        </p:txBody>
      </p:sp>
      <p:sp>
        <p:nvSpPr>
          <p:cNvPr id="4" name="テキスト プレースホルダー 19">
            <a:extLst>
              <a:ext uri="{FF2B5EF4-FFF2-40B4-BE49-F238E27FC236}">
                <a16:creationId xmlns:a16="http://schemas.microsoft.com/office/drawing/2014/main" id="{7FD16306-8B37-E310-DDE3-4D61D5B7B6BB}"/>
              </a:ext>
            </a:extLst>
          </p:cNvPr>
          <p:cNvSpPr>
            <a:spLocks noGrp="1"/>
          </p:cNvSpPr>
          <p:nvPr>
            <p:ph type="body" sz="quarter" idx="13" hasCustomPrompt="1"/>
          </p:nvPr>
        </p:nvSpPr>
        <p:spPr>
          <a:xfrm>
            <a:off x="4356847" y="1010676"/>
            <a:ext cx="7320351" cy="5231099"/>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Tree>
    <p:extLst>
      <p:ext uri="{BB962C8B-B14F-4D97-AF65-F5344CB8AC3E}">
        <p14:creationId xmlns:p14="http://schemas.microsoft.com/office/powerpoint/2010/main" val="549579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s image C">
    <p:spTree>
      <p:nvGrpSpPr>
        <p:cNvPr id="1" name=""/>
        <p:cNvGrpSpPr/>
        <p:nvPr/>
      </p:nvGrpSpPr>
      <p:grpSpPr>
        <a:xfrm>
          <a:off x="0" y="0"/>
          <a:ext cx="0" cy="0"/>
          <a:chOff x="0" y="0"/>
          <a:chExt cx="0" cy="0"/>
        </a:xfrm>
      </p:grpSpPr>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74209"/>
            <a:ext cx="3261869" cy="4467566"/>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7D6E5A"/>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p:ph type="title" hasCustomPrompt="1"/>
          </p:nvPr>
        </p:nvSpPr>
        <p:spPr>
          <a:xfrm>
            <a:off x="762000" y="305076"/>
            <a:ext cx="3014669"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2" name="テキスト プレースホルダー 19">
            <a:extLst>
              <a:ext uri="{FF2B5EF4-FFF2-40B4-BE49-F238E27FC236}">
                <a16:creationId xmlns:a16="http://schemas.microsoft.com/office/drawing/2014/main" id="{58683DCB-8208-FDEE-CEB5-59ACC14955CA}"/>
              </a:ext>
            </a:extLst>
          </p:cNvPr>
          <p:cNvSpPr>
            <a:spLocks noGrp="1"/>
          </p:cNvSpPr>
          <p:nvPr>
            <p:ph type="body" sz="quarter" idx="12" hasCustomPrompt="1"/>
          </p:nvPr>
        </p:nvSpPr>
        <p:spPr>
          <a:xfrm>
            <a:off x="514800" y="1010676"/>
            <a:ext cx="3261869" cy="543339"/>
          </a:xfrm>
          <a:prstGeom prst="rect">
            <a:avLst/>
          </a:prstGeom>
        </p:spPr>
        <p:txBody>
          <a:bodyPr lIns="0" tIns="0" rIns="0" bIns="0" anchor="t"/>
          <a:lstStyle>
            <a:lvl1pPr marL="0" indent="0">
              <a:lnSpc>
                <a:spcPct val="100000"/>
              </a:lnSpc>
              <a:buNone/>
              <a:defRPr sz="1600" b="0" i="0" baseline="0">
                <a:solidFill>
                  <a:schemeClr val="tx1"/>
                </a:solidFill>
                <a:latin typeface="+mn-ea"/>
                <a:ea typeface="+mn-ea"/>
              </a:defRPr>
            </a:lvl1pPr>
          </a:lstStyle>
          <a:p>
            <a:pPr>
              <a:buNone/>
            </a:pPr>
            <a:r>
              <a:rPr lang="ja-JP" altLang="en-US"/>
              <a:t>本文を編集</a:t>
            </a:r>
            <a:endParaRPr lang="en-US" altLang="ja-JP"/>
          </a:p>
        </p:txBody>
      </p:sp>
      <p:sp>
        <p:nvSpPr>
          <p:cNvPr id="6" name="図プレースホルダー 5">
            <a:extLst>
              <a:ext uri="{FF2B5EF4-FFF2-40B4-BE49-F238E27FC236}">
                <a16:creationId xmlns:a16="http://schemas.microsoft.com/office/drawing/2014/main" id="{87E91D26-E9B8-E02B-55D1-60484E3A33BE}"/>
              </a:ext>
            </a:extLst>
          </p:cNvPr>
          <p:cNvSpPr>
            <a:spLocks noGrp="1"/>
          </p:cNvSpPr>
          <p:nvPr>
            <p:ph type="pic" sz="quarter" idx="13" hasCustomPrompt="1"/>
          </p:nvPr>
        </p:nvSpPr>
        <p:spPr>
          <a:xfrm>
            <a:off x="4045487" y="0"/>
            <a:ext cx="8128584" cy="6553200"/>
          </a:xfrm>
          <a:prstGeom prst="rect">
            <a:avLst/>
          </a:prstGeom>
          <a:noFill/>
        </p:spPr>
        <p:txBody>
          <a:bodyPr/>
          <a:lstStyle>
            <a:lvl1pPr marL="0" indent="0">
              <a:buNone/>
              <a:defRPr sz="1600">
                <a:solidFill>
                  <a:schemeClr val="tx1">
                    <a:lumMod val="50000"/>
                    <a:lumOff val="50000"/>
                  </a:schemeClr>
                </a:solidFill>
              </a:defRPr>
            </a:lvl1pPr>
          </a:lstStyle>
          <a:p>
            <a:r>
              <a:rPr kumimoji="1" lang="ja-JP" altLang="en-US"/>
              <a:t>アイコンをクリックして画像を追加</a:t>
            </a:r>
          </a:p>
        </p:txBody>
      </p:sp>
    </p:spTree>
    <p:extLst>
      <p:ext uri="{BB962C8B-B14F-4D97-AF65-F5344CB8AC3E}">
        <p14:creationId xmlns:p14="http://schemas.microsoft.com/office/powerpoint/2010/main" val="8901230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s LBE/DBE arrow">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24E32FCF-8BA6-5911-B3D5-2F15DE289C68}"/>
              </a:ext>
            </a:extLst>
          </p:cNvPr>
          <p:cNvPicPr>
            <a:picLocks noChangeAspect="1"/>
          </p:cNvPicPr>
          <p:nvPr userDrawn="1"/>
        </p:nvPicPr>
        <p:blipFill>
          <a:blip r:embed="rId2"/>
          <a:stretch>
            <a:fillRect/>
          </a:stretch>
        </p:blipFill>
        <p:spPr>
          <a:xfrm>
            <a:off x="5444418" y="-277"/>
            <a:ext cx="6747582" cy="6569344"/>
          </a:xfrm>
          <a:prstGeom prst="rect">
            <a:avLst/>
          </a:prstGeom>
        </p:spPr>
      </p:pic>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74210"/>
            <a:ext cx="4328099" cy="4467564"/>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rgbClr val="7D6E5A"/>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p:ph type="title" hasCustomPrompt="1"/>
          </p:nvPr>
        </p:nvSpPr>
        <p:spPr>
          <a:xfrm>
            <a:off x="761999" y="305076"/>
            <a:ext cx="10913501"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5" name="テキスト プレースホルダー 19">
            <a:extLst>
              <a:ext uri="{FF2B5EF4-FFF2-40B4-BE49-F238E27FC236}">
                <a16:creationId xmlns:a16="http://schemas.microsoft.com/office/drawing/2014/main" id="{2CE653F5-D03E-CF0D-7EFE-17FD65BCFC2B}"/>
              </a:ext>
            </a:extLst>
          </p:cNvPr>
          <p:cNvSpPr>
            <a:spLocks noGrp="1"/>
          </p:cNvSpPr>
          <p:nvPr>
            <p:ph type="body" sz="quarter" idx="12" hasCustomPrompt="1"/>
          </p:nvPr>
        </p:nvSpPr>
        <p:spPr>
          <a:xfrm>
            <a:off x="7347401" y="1774210"/>
            <a:ext cx="4328099" cy="4467564"/>
          </a:xfrm>
          <a:prstGeom prst="rect">
            <a:avLst/>
          </a:prstGeom>
        </p:spPr>
        <p:txBody>
          <a:bodyPr lIns="0" tIns="0" rIns="0" bIns="0" anchor="t"/>
          <a:lstStyle>
            <a:lvl1pPr marL="0" indent="0">
              <a:lnSpc>
                <a:spcPct val="100000"/>
              </a:lnSpc>
              <a:buNone/>
              <a:defRPr sz="1800">
                <a:solidFill>
                  <a:schemeClr val="bg1"/>
                </a:solidFill>
              </a:defRPr>
            </a:lvl1pPr>
          </a:lstStyle>
          <a:p>
            <a:pPr>
              <a:buNone/>
            </a:pPr>
            <a:r>
              <a:rPr lang="ja-JP" altLang="en-US"/>
              <a:t>コンテンツを編集</a:t>
            </a:r>
            <a:endParaRPr lang="en-US" altLang="ja-JP"/>
          </a:p>
        </p:txBody>
      </p:sp>
      <p:sp>
        <p:nvSpPr>
          <p:cNvPr id="8" name="テキスト プレースホルダー 19">
            <a:extLst>
              <a:ext uri="{FF2B5EF4-FFF2-40B4-BE49-F238E27FC236}">
                <a16:creationId xmlns:a16="http://schemas.microsoft.com/office/drawing/2014/main" id="{C343FCDD-C640-6779-5A2B-8315E34CD9B3}"/>
              </a:ext>
            </a:extLst>
          </p:cNvPr>
          <p:cNvSpPr>
            <a:spLocks noGrp="1"/>
          </p:cNvSpPr>
          <p:nvPr>
            <p:ph type="body" sz="quarter" idx="14" hasCustomPrompt="1"/>
          </p:nvPr>
        </p:nvSpPr>
        <p:spPr>
          <a:xfrm>
            <a:off x="514800" y="1010676"/>
            <a:ext cx="11162400" cy="543339"/>
          </a:xfrm>
          <a:prstGeom prst="rect">
            <a:avLst/>
          </a:prstGeom>
        </p:spPr>
        <p:txBody>
          <a:bodyPr lIns="0" tIns="0" rIns="0" bIns="0" anchor="t"/>
          <a:lstStyle>
            <a:lvl1pPr marL="0" indent="0">
              <a:lnSpc>
                <a:spcPct val="100000"/>
              </a:lnSpc>
              <a:buNone/>
              <a:defRPr sz="1600" b="0" i="0" baseline="0">
                <a:solidFill>
                  <a:schemeClr val="tx1"/>
                </a:solidFill>
                <a:latin typeface="+mn-ea"/>
                <a:ea typeface="+mn-ea"/>
              </a:defRPr>
            </a:lvl1pPr>
          </a:lstStyle>
          <a:p>
            <a:pPr>
              <a:buNone/>
            </a:pPr>
            <a:r>
              <a:rPr lang="ja-JP" altLang="en-US"/>
              <a:t>本文を編集</a:t>
            </a:r>
            <a:endParaRPr lang="en-US" altLang="ja-JP"/>
          </a:p>
        </p:txBody>
      </p:sp>
    </p:spTree>
    <p:extLst>
      <p:ext uri="{BB962C8B-B14F-4D97-AF65-F5344CB8AC3E}">
        <p14:creationId xmlns:p14="http://schemas.microsoft.com/office/powerpoint/2010/main" val="2579978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s LBE/DGR arrow">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74BC8240-7246-D2B7-B05F-18E71AC14075}"/>
              </a:ext>
            </a:extLst>
          </p:cNvPr>
          <p:cNvSpPr>
            <a:spLocks/>
          </p:cNvSpPr>
          <p:nvPr userDrawn="1"/>
        </p:nvSpPr>
        <p:spPr bwMode="auto">
          <a:xfrm>
            <a:off x="5438473" y="-3175"/>
            <a:ext cx="6753600" cy="6573600"/>
          </a:xfrm>
          <a:custGeom>
            <a:avLst/>
            <a:gdLst>
              <a:gd name="T0" fmla="*/ 0 w 7066"/>
              <a:gd name="T1" fmla="*/ 0 h 6882"/>
              <a:gd name="T2" fmla="*/ 0 w 7066"/>
              <a:gd name="T3" fmla="*/ 0 h 6882"/>
              <a:gd name="T4" fmla="*/ 0 w 7066"/>
              <a:gd name="T5" fmla="*/ 0 h 6882"/>
              <a:gd name="T6" fmla="*/ 1302 w 7066"/>
              <a:gd name="T7" fmla="*/ 3440 h 6882"/>
              <a:gd name="T8" fmla="*/ 0 w 7066"/>
              <a:gd name="T9" fmla="*/ 6882 h 6882"/>
              <a:gd name="T10" fmla="*/ 7066 w 7066"/>
              <a:gd name="T11" fmla="*/ 6882 h 6882"/>
              <a:gd name="T12" fmla="*/ 7066 w 7066"/>
              <a:gd name="T13" fmla="*/ 0 h 6882"/>
              <a:gd name="T14" fmla="*/ 0 w 7066"/>
              <a:gd name="T15" fmla="*/ 0 h 68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66" h="6882">
                <a:moveTo>
                  <a:pt x="0" y="0"/>
                </a:moveTo>
                <a:lnTo>
                  <a:pt x="0" y="0"/>
                </a:lnTo>
                <a:lnTo>
                  <a:pt x="0" y="0"/>
                </a:lnTo>
                <a:lnTo>
                  <a:pt x="1302" y="3440"/>
                </a:lnTo>
                <a:lnTo>
                  <a:pt x="0" y="6882"/>
                </a:lnTo>
                <a:lnTo>
                  <a:pt x="7066" y="6882"/>
                </a:lnTo>
                <a:lnTo>
                  <a:pt x="7066" y="0"/>
                </a:lnTo>
                <a:lnTo>
                  <a:pt x="0"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ja-JP" altLang="en-US"/>
          </a:p>
        </p:txBody>
      </p:sp>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userDrawn="1">
            <p:ph type="body" sz="quarter" idx="11" hasCustomPrompt="1"/>
          </p:nvPr>
        </p:nvSpPr>
        <p:spPr>
          <a:xfrm>
            <a:off x="514801" y="1774208"/>
            <a:ext cx="4328099" cy="4467566"/>
          </a:xfrm>
          <a:prstGeom prst="rect">
            <a:avLst/>
          </a:prstGeom>
        </p:spPr>
        <p:txBody>
          <a:bodyPr lIns="0" tIns="0" rIns="0" bIns="0" anchor="t"/>
          <a:lstStyle>
            <a:lvl1pPr marL="0" indent="0">
              <a:lnSpc>
                <a:spcPct val="100000"/>
              </a:lnSpc>
              <a:buNone/>
              <a:defRPr sz="1800">
                <a:solidFill>
                  <a:schemeClr val="tx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chemeClr val="accent2"/>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userDrawn="1">
            <p:ph type="title" hasCustomPrompt="1"/>
          </p:nvPr>
        </p:nvSpPr>
        <p:spPr>
          <a:xfrm>
            <a:off x="762000" y="305076"/>
            <a:ext cx="4080899"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5" name="テキスト プレースホルダー 19">
            <a:extLst>
              <a:ext uri="{FF2B5EF4-FFF2-40B4-BE49-F238E27FC236}">
                <a16:creationId xmlns:a16="http://schemas.microsoft.com/office/drawing/2014/main" id="{2CE653F5-D03E-CF0D-7EFE-17FD65BCFC2B}"/>
              </a:ext>
            </a:extLst>
          </p:cNvPr>
          <p:cNvSpPr>
            <a:spLocks noGrp="1"/>
          </p:cNvSpPr>
          <p:nvPr userDrawn="1">
            <p:ph type="body" sz="quarter" idx="12" hasCustomPrompt="1"/>
          </p:nvPr>
        </p:nvSpPr>
        <p:spPr>
          <a:xfrm>
            <a:off x="7347401" y="305076"/>
            <a:ext cx="4328099" cy="5936697"/>
          </a:xfrm>
          <a:prstGeom prst="rect">
            <a:avLst/>
          </a:prstGeom>
        </p:spPr>
        <p:txBody>
          <a:bodyPr lIns="0" tIns="0" rIns="0" bIns="0" anchor="t"/>
          <a:lstStyle>
            <a:lvl1pPr marL="0" indent="0">
              <a:lnSpc>
                <a:spcPct val="100000"/>
              </a:lnSpc>
              <a:buNone/>
              <a:defRPr sz="1800">
                <a:solidFill>
                  <a:schemeClr val="bg1"/>
                </a:solidFill>
              </a:defRPr>
            </a:lvl1pPr>
          </a:lstStyle>
          <a:p>
            <a:pPr>
              <a:buNone/>
            </a:pPr>
            <a:r>
              <a:rPr lang="ja-JP" altLang="en-US"/>
              <a:t>コンテンツを編集</a:t>
            </a:r>
            <a:endParaRPr lang="en-US" altLang="ja-JP"/>
          </a:p>
        </p:txBody>
      </p:sp>
      <p:sp>
        <p:nvSpPr>
          <p:cNvPr id="8" name="テキスト プレースホルダー 19">
            <a:extLst>
              <a:ext uri="{FF2B5EF4-FFF2-40B4-BE49-F238E27FC236}">
                <a16:creationId xmlns:a16="http://schemas.microsoft.com/office/drawing/2014/main" id="{C343FCDD-C640-6779-5A2B-8315E34CD9B3}"/>
              </a:ext>
            </a:extLst>
          </p:cNvPr>
          <p:cNvSpPr>
            <a:spLocks noGrp="1"/>
          </p:cNvSpPr>
          <p:nvPr userDrawn="1">
            <p:ph type="body" sz="quarter" idx="14" hasCustomPrompt="1"/>
          </p:nvPr>
        </p:nvSpPr>
        <p:spPr>
          <a:xfrm>
            <a:off x="514800" y="1010676"/>
            <a:ext cx="4328099" cy="543339"/>
          </a:xfrm>
          <a:prstGeom prst="rect">
            <a:avLst/>
          </a:prstGeom>
        </p:spPr>
        <p:txBody>
          <a:bodyPr lIns="0" tIns="0" rIns="0" bIns="0" anchor="t"/>
          <a:lstStyle>
            <a:lvl1pPr marL="0" indent="0">
              <a:lnSpc>
                <a:spcPct val="100000"/>
              </a:lnSpc>
              <a:buNone/>
              <a:defRPr sz="1600" b="0" i="0" baseline="0">
                <a:solidFill>
                  <a:schemeClr val="tx1"/>
                </a:solidFill>
                <a:latin typeface="+mn-ea"/>
                <a:ea typeface="+mn-ea"/>
              </a:defRPr>
            </a:lvl1pPr>
          </a:lstStyle>
          <a:p>
            <a:pPr>
              <a:buNone/>
            </a:pPr>
            <a:r>
              <a:rPr lang="ja-JP" altLang="en-US"/>
              <a:t>本文を編集</a:t>
            </a:r>
            <a:endParaRPr lang="en-US" altLang="ja-JP"/>
          </a:p>
        </p:txBody>
      </p:sp>
    </p:spTree>
    <p:extLst>
      <p:ext uri="{BB962C8B-B14F-4D97-AF65-F5344CB8AC3E}">
        <p14:creationId xmlns:p14="http://schemas.microsoft.com/office/powerpoint/2010/main" val="33078225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rows LBE/DBE arrow">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00E9A8D2-60A6-FD70-5D60-CC385E64E564}"/>
              </a:ext>
            </a:extLst>
          </p:cNvPr>
          <p:cNvSpPr>
            <a:spLocks/>
          </p:cNvSpPr>
          <p:nvPr userDrawn="1"/>
        </p:nvSpPr>
        <p:spPr bwMode="auto">
          <a:xfrm>
            <a:off x="4763" y="2641600"/>
            <a:ext cx="12193200" cy="3937001"/>
          </a:xfrm>
          <a:custGeom>
            <a:avLst/>
            <a:gdLst>
              <a:gd name="T0" fmla="*/ 12799 w 12799"/>
              <a:gd name="T1" fmla="*/ 0 h 4113"/>
              <a:gd name="T2" fmla="*/ 12799 w 12799"/>
              <a:gd name="T3" fmla="*/ 0 h 4113"/>
              <a:gd name="T4" fmla="*/ 6399 w 12799"/>
              <a:gd name="T5" fmla="*/ 1285 h 4113"/>
              <a:gd name="T6" fmla="*/ 0 w 12799"/>
              <a:gd name="T7" fmla="*/ 0 h 4113"/>
              <a:gd name="T8" fmla="*/ 0 w 12799"/>
              <a:gd name="T9" fmla="*/ 4113 h 4113"/>
              <a:gd name="T10" fmla="*/ 12799 w 12799"/>
              <a:gd name="T11" fmla="*/ 4113 h 4113"/>
              <a:gd name="T12" fmla="*/ 12799 w 12799"/>
              <a:gd name="T13" fmla="*/ 0 h 4113"/>
              <a:gd name="T14" fmla="*/ 12799 w 12799"/>
              <a:gd name="T15" fmla="*/ 0 h 4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799" h="4113">
                <a:moveTo>
                  <a:pt x="12799" y="0"/>
                </a:moveTo>
                <a:lnTo>
                  <a:pt x="12799" y="0"/>
                </a:lnTo>
                <a:lnTo>
                  <a:pt x="6399" y="1285"/>
                </a:lnTo>
                <a:lnTo>
                  <a:pt x="0" y="0"/>
                </a:lnTo>
                <a:lnTo>
                  <a:pt x="0" y="4113"/>
                </a:lnTo>
                <a:lnTo>
                  <a:pt x="12799" y="4113"/>
                </a:lnTo>
                <a:lnTo>
                  <a:pt x="12799" y="0"/>
                </a:lnTo>
                <a:lnTo>
                  <a:pt x="12799" y="0"/>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ja-JP" altLang="en-US"/>
          </a:p>
        </p:txBody>
      </p:sp>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userDrawn="1">
            <p:ph type="body" sz="quarter" idx="11" hasCustomPrompt="1"/>
          </p:nvPr>
        </p:nvSpPr>
        <p:spPr>
          <a:xfrm>
            <a:off x="2964675" y="1010676"/>
            <a:ext cx="6260951" cy="2012223"/>
          </a:xfrm>
          <a:prstGeom prst="rect">
            <a:avLst/>
          </a:prstGeom>
        </p:spPr>
        <p:txBody>
          <a:bodyPr lIns="0" tIns="0" rIns="0" bIns="0" anchor="t"/>
          <a:lstStyle>
            <a:lvl1pPr marL="0" indent="0" algn="ctr">
              <a:lnSpc>
                <a:spcPct val="100000"/>
              </a:lnSpc>
              <a:buNone/>
              <a:defRPr sz="1800">
                <a:solidFill>
                  <a:schemeClr val="tx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chemeClr val="accent2"/>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userDrawn="1">
            <p:ph type="title" hasCustomPrompt="1"/>
          </p:nvPr>
        </p:nvSpPr>
        <p:spPr>
          <a:xfrm>
            <a:off x="762000" y="305076"/>
            <a:ext cx="10913501"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5" name="テキスト プレースホルダー 19">
            <a:extLst>
              <a:ext uri="{FF2B5EF4-FFF2-40B4-BE49-F238E27FC236}">
                <a16:creationId xmlns:a16="http://schemas.microsoft.com/office/drawing/2014/main" id="{2CE653F5-D03E-CF0D-7EFE-17FD65BCFC2B}"/>
              </a:ext>
            </a:extLst>
          </p:cNvPr>
          <p:cNvSpPr>
            <a:spLocks noGrp="1"/>
          </p:cNvSpPr>
          <p:nvPr userDrawn="1">
            <p:ph type="body" sz="quarter" idx="12" hasCustomPrompt="1"/>
          </p:nvPr>
        </p:nvSpPr>
        <p:spPr>
          <a:xfrm>
            <a:off x="514801" y="4130936"/>
            <a:ext cx="11160700" cy="2110837"/>
          </a:xfrm>
          <a:prstGeom prst="rect">
            <a:avLst/>
          </a:prstGeom>
        </p:spPr>
        <p:txBody>
          <a:bodyPr lIns="0" tIns="0" rIns="0" bIns="0" anchor="t"/>
          <a:lstStyle>
            <a:lvl1pPr marL="0" indent="0" algn="ctr">
              <a:lnSpc>
                <a:spcPct val="100000"/>
              </a:lnSpc>
              <a:buNone/>
              <a:defRPr sz="1800">
                <a:solidFill>
                  <a:schemeClr val="bg1"/>
                </a:solidFill>
              </a:defRPr>
            </a:lvl1pPr>
          </a:lstStyle>
          <a:p>
            <a:pPr>
              <a:buNone/>
            </a:pPr>
            <a:r>
              <a:rPr lang="ja-JP" altLang="en-US"/>
              <a:t>コンテンツを編集</a:t>
            </a:r>
            <a:endParaRPr lang="en-US" altLang="ja-JP"/>
          </a:p>
        </p:txBody>
      </p:sp>
    </p:spTree>
    <p:extLst>
      <p:ext uri="{BB962C8B-B14F-4D97-AF65-F5344CB8AC3E}">
        <p14:creationId xmlns:p14="http://schemas.microsoft.com/office/powerpoint/2010/main" val="24820065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rows LBE/DGR arrow">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35397393-E701-6DAB-CF1A-6A504D0B747B}"/>
              </a:ext>
            </a:extLst>
          </p:cNvPr>
          <p:cNvSpPr>
            <a:spLocks/>
          </p:cNvSpPr>
          <p:nvPr userDrawn="1"/>
        </p:nvSpPr>
        <p:spPr bwMode="auto">
          <a:xfrm>
            <a:off x="0" y="2634003"/>
            <a:ext cx="12193200" cy="3938588"/>
          </a:xfrm>
          <a:custGeom>
            <a:avLst/>
            <a:gdLst>
              <a:gd name="T0" fmla="*/ 12799 w 12799"/>
              <a:gd name="T1" fmla="*/ 0 h 4113"/>
              <a:gd name="T2" fmla="*/ 12799 w 12799"/>
              <a:gd name="T3" fmla="*/ 0 h 4113"/>
              <a:gd name="T4" fmla="*/ 6399 w 12799"/>
              <a:gd name="T5" fmla="*/ 1285 h 4113"/>
              <a:gd name="T6" fmla="*/ 0 w 12799"/>
              <a:gd name="T7" fmla="*/ 0 h 4113"/>
              <a:gd name="T8" fmla="*/ 0 w 12799"/>
              <a:gd name="T9" fmla="*/ 4113 h 4113"/>
              <a:gd name="T10" fmla="*/ 12799 w 12799"/>
              <a:gd name="T11" fmla="*/ 4113 h 4113"/>
              <a:gd name="T12" fmla="*/ 12799 w 12799"/>
              <a:gd name="T13" fmla="*/ 0 h 4113"/>
              <a:gd name="T14" fmla="*/ 12799 w 12799"/>
              <a:gd name="T15" fmla="*/ 0 h 4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799" h="4113">
                <a:moveTo>
                  <a:pt x="12799" y="0"/>
                </a:moveTo>
                <a:lnTo>
                  <a:pt x="12799" y="0"/>
                </a:lnTo>
                <a:lnTo>
                  <a:pt x="6399" y="1285"/>
                </a:lnTo>
                <a:lnTo>
                  <a:pt x="0" y="0"/>
                </a:lnTo>
                <a:lnTo>
                  <a:pt x="0" y="4113"/>
                </a:lnTo>
                <a:lnTo>
                  <a:pt x="12799" y="4113"/>
                </a:lnTo>
                <a:lnTo>
                  <a:pt x="12799" y="0"/>
                </a:lnTo>
                <a:lnTo>
                  <a:pt x="12799" y="0"/>
                </a:lnTo>
                <a:close/>
              </a:path>
            </a:pathLst>
          </a:custGeom>
          <a:solidFill>
            <a:schemeClr val="accent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ja-JP" altLang="en-US"/>
          </a:p>
        </p:txBody>
      </p:sp>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userDrawn="1">
            <p:ph type="body" sz="quarter" idx="11" hasCustomPrompt="1"/>
          </p:nvPr>
        </p:nvSpPr>
        <p:spPr>
          <a:xfrm>
            <a:off x="2964675" y="1010676"/>
            <a:ext cx="6260951" cy="2012223"/>
          </a:xfrm>
          <a:prstGeom prst="rect">
            <a:avLst/>
          </a:prstGeom>
        </p:spPr>
        <p:txBody>
          <a:bodyPr lIns="0" tIns="0" rIns="0" bIns="0" anchor="t"/>
          <a:lstStyle>
            <a:lvl1pPr marL="0" indent="0" algn="ctr">
              <a:lnSpc>
                <a:spcPct val="100000"/>
              </a:lnSpc>
              <a:buNone/>
              <a:defRPr sz="1800">
                <a:solidFill>
                  <a:schemeClr val="tx1"/>
                </a:solidFill>
              </a:defRPr>
            </a:lvl1pPr>
          </a:lstStyle>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chemeClr val="accent2"/>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userDrawn="1">
            <p:ph type="title" hasCustomPrompt="1"/>
          </p:nvPr>
        </p:nvSpPr>
        <p:spPr>
          <a:xfrm>
            <a:off x="762000" y="305076"/>
            <a:ext cx="10913501"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5" name="テキスト プレースホルダー 19">
            <a:extLst>
              <a:ext uri="{FF2B5EF4-FFF2-40B4-BE49-F238E27FC236}">
                <a16:creationId xmlns:a16="http://schemas.microsoft.com/office/drawing/2014/main" id="{2CE653F5-D03E-CF0D-7EFE-17FD65BCFC2B}"/>
              </a:ext>
            </a:extLst>
          </p:cNvPr>
          <p:cNvSpPr>
            <a:spLocks noGrp="1"/>
          </p:cNvSpPr>
          <p:nvPr userDrawn="1">
            <p:ph type="body" sz="quarter" idx="12" hasCustomPrompt="1"/>
          </p:nvPr>
        </p:nvSpPr>
        <p:spPr>
          <a:xfrm>
            <a:off x="514801" y="4130936"/>
            <a:ext cx="11160700" cy="2110837"/>
          </a:xfrm>
          <a:prstGeom prst="rect">
            <a:avLst/>
          </a:prstGeom>
        </p:spPr>
        <p:txBody>
          <a:bodyPr lIns="0" tIns="0" rIns="0" bIns="0" anchor="t"/>
          <a:lstStyle>
            <a:lvl1pPr marL="0" indent="0" algn="ctr">
              <a:lnSpc>
                <a:spcPct val="100000"/>
              </a:lnSpc>
              <a:buNone/>
              <a:defRPr sz="1800">
                <a:solidFill>
                  <a:schemeClr val="bg1"/>
                </a:solidFill>
              </a:defRPr>
            </a:lvl1pPr>
          </a:lstStyle>
          <a:p>
            <a:pPr>
              <a:buNone/>
            </a:pPr>
            <a:r>
              <a:rPr lang="ja-JP" altLang="en-US"/>
              <a:t>コンテンツを編集</a:t>
            </a:r>
            <a:endParaRPr lang="en-US" altLang="ja-JP"/>
          </a:p>
        </p:txBody>
      </p:sp>
    </p:spTree>
    <p:extLst>
      <p:ext uri="{BB962C8B-B14F-4D97-AF65-F5344CB8AC3E}">
        <p14:creationId xmlns:p14="http://schemas.microsoft.com/office/powerpoint/2010/main" val="39928423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s LBE/DBE/BE">
    <p:spTree>
      <p:nvGrpSpPr>
        <p:cNvPr id="1" name=""/>
        <p:cNvGrpSpPr/>
        <p:nvPr/>
      </p:nvGrpSpPr>
      <p:grpSpPr>
        <a:xfrm>
          <a:off x="0" y="0"/>
          <a:ext cx="0" cy="0"/>
          <a:chOff x="0" y="0"/>
          <a:chExt cx="0" cy="0"/>
        </a:xfrm>
      </p:grpSpPr>
      <p:grpSp>
        <p:nvGrpSpPr>
          <p:cNvPr id="11" name="グループ化 10">
            <a:extLst>
              <a:ext uri="{FF2B5EF4-FFF2-40B4-BE49-F238E27FC236}">
                <a16:creationId xmlns:a16="http://schemas.microsoft.com/office/drawing/2014/main" id="{17DF5812-2056-9597-2B2E-0CDDE7DF0F8E}"/>
              </a:ext>
            </a:extLst>
          </p:cNvPr>
          <p:cNvGrpSpPr/>
          <p:nvPr userDrawn="1"/>
        </p:nvGrpSpPr>
        <p:grpSpPr>
          <a:xfrm>
            <a:off x="4065168" y="1"/>
            <a:ext cx="8126832" cy="6568798"/>
            <a:chOff x="4156364" y="1"/>
            <a:chExt cx="6939798" cy="6568798"/>
          </a:xfrm>
        </p:grpSpPr>
        <p:sp>
          <p:nvSpPr>
            <p:cNvPr id="4" name="正方形/長方形 3">
              <a:extLst>
                <a:ext uri="{FF2B5EF4-FFF2-40B4-BE49-F238E27FC236}">
                  <a16:creationId xmlns:a16="http://schemas.microsoft.com/office/drawing/2014/main" id="{B3F2BECC-F978-3112-B243-E6DFFC1CB8B9}"/>
                </a:ext>
              </a:extLst>
            </p:cNvPr>
            <p:cNvSpPr/>
            <p:nvPr userDrawn="1"/>
          </p:nvSpPr>
          <p:spPr>
            <a:xfrm>
              <a:off x="4156364" y="1"/>
              <a:ext cx="3469899" cy="656879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2"/>
                </a:solidFill>
              </a:endParaRPr>
            </a:p>
          </p:txBody>
        </p:sp>
        <p:sp>
          <p:nvSpPr>
            <p:cNvPr id="5" name="正方形/長方形 4">
              <a:extLst>
                <a:ext uri="{FF2B5EF4-FFF2-40B4-BE49-F238E27FC236}">
                  <a16:creationId xmlns:a16="http://schemas.microsoft.com/office/drawing/2014/main" id="{35E97432-7294-976B-3E5A-9C88AF3B9050}"/>
                </a:ext>
              </a:extLst>
            </p:cNvPr>
            <p:cNvSpPr/>
            <p:nvPr userDrawn="1"/>
          </p:nvSpPr>
          <p:spPr>
            <a:xfrm>
              <a:off x="7626263" y="1"/>
              <a:ext cx="3469899" cy="656879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accent5"/>
                </a:solidFill>
              </a:endParaRPr>
            </a:p>
          </p:txBody>
        </p:sp>
      </p:grpSp>
      <p:sp>
        <p:nvSpPr>
          <p:cNvPr id="22" name="テキスト プレースホルダー 19">
            <a:extLst>
              <a:ext uri="{FF2B5EF4-FFF2-40B4-BE49-F238E27FC236}">
                <a16:creationId xmlns:a16="http://schemas.microsoft.com/office/drawing/2014/main" id="{15EB036B-90D9-6F7D-EC7F-502CBC6D6F0D}"/>
              </a:ext>
            </a:extLst>
          </p:cNvPr>
          <p:cNvSpPr>
            <a:spLocks noGrp="1"/>
          </p:cNvSpPr>
          <p:nvPr>
            <p:ph type="body" sz="quarter" idx="11" hasCustomPrompt="1"/>
          </p:nvPr>
        </p:nvSpPr>
        <p:spPr>
          <a:xfrm>
            <a:off x="514801" y="1763486"/>
            <a:ext cx="3197559" cy="4478288"/>
          </a:xfrm>
          <a:prstGeom prst="rect">
            <a:avLst/>
          </a:prstGeom>
        </p:spPr>
        <p:txBody>
          <a:bodyPr lIns="0" tIns="0" rIns="0" bIns="0" anchor="t"/>
          <a:lstStyle>
            <a:lvl1pPr marL="0" indent="0">
              <a:buNone/>
              <a:defRPr sz="1800">
                <a:solidFill>
                  <a:schemeClr val="tx1"/>
                </a:solidFill>
              </a:defRPr>
            </a:lvl1pPr>
          </a:lstStyle>
          <a:p>
            <a:pPr>
              <a:buNone/>
            </a:pPr>
            <a:r>
              <a:rPr lang="en-US" altLang="ja-JP"/>
              <a:t>3</a:t>
            </a:r>
            <a:r>
              <a:rPr lang="ja-JP" altLang="en-US"/>
              <a:t>カラム</a:t>
            </a:r>
            <a:endParaRPr lang="en-US" altLang="ja-JP"/>
          </a:p>
          <a:p>
            <a:pPr>
              <a:buNone/>
            </a:pPr>
            <a:r>
              <a:rPr lang="ja-JP" altLang="en-US"/>
              <a:t>コンテンツを編集</a:t>
            </a:r>
            <a:endParaRPr lang="en-US" altLang="ja-JP"/>
          </a:p>
        </p:txBody>
      </p:sp>
      <p:sp>
        <p:nvSpPr>
          <p:cNvPr id="25" name="正方形/長方形 24">
            <a:extLst>
              <a:ext uri="{FF2B5EF4-FFF2-40B4-BE49-F238E27FC236}">
                <a16:creationId xmlns:a16="http://schemas.microsoft.com/office/drawing/2014/main" id="{B5B0B2A9-29F2-F54E-5619-8EEAB6317DE3}"/>
              </a:ext>
            </a:extLst>
          </p:cNvPr>
          <p:cNvSpPr/>
          <p:nvPr userDrawn="1"/>
        </p:nvSpPr>
        <p:spPr bwMode="auto">
          <a:xfrm>
            <a:off x="514800" y="305076"/>
            <a:ext cx="72000" cy="360000"/>
          </a:xfrm>
          <a:prstGeom prst="rect">
            <a:avLst/>
          </a:prstGeom>
          <a:solidFill>
            <a:schemeClr val="accent2"/>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kumimoji="1"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26" name="タイトル プレースホルダー 26">
            <a:extLst>
              <a:ext uri="{FF2B5EF4-FFF2-40B4-BE49-F238E27FC236}">
                <a16:creationId xmlns:a16="http://schemas.microsoft.com/office/drawing/2014/main" id="{396C0360-FE3B-8A78-D13A-F69C30E7DCE3}"/>
              </a:ext>
            </a:extLst>
          </p:cNvPr>
          <p:cNvSpPr>
            <a:spLocks noGrp="1"/>
          </p:cNvSpPr>
          <p:nvPr>
            <p:ph type="title" hasCustomPrompt="1"/>
          </p:nvPr>
        </p:nvSpPr>
        <p:spPr>
          <a:xfrm>
            <a:off x="761999" y="305076"/>
            <a:ext cx="10913501" cy="360000"/>
          </a:xfrm>
          <a:prstGeom prst="rect">
            <a:avLst/>
          </a:prstGeom>
        </p:spPr>
        <p:txBody>
          <a:bodyPr vert="horz" lIns="0" tIns="45720" rIns="91440" bIns="45720" rtlCol="0" anchor="ctr">
            <a:noAutofit/>
          </a:bodyPr>
          <a:lstStyle>
            <a:lvl1pPr>
              <a:lnSpc>
                <a:spcPts val="2500"/>
              </a:lnSpc>
              <a:defRPr sz="1800" b="1" i="0">
                <a:solidFill>
                  <a:schemeClr val="tx1"/>
                </a:solidFill>
                <a:latin typeface="Yu Gothic" panose="020B0400000000000000" pitchFamily="34" charset="-128"/>
                <a:ea typeface="Yu Gothic" panose="020B0400000000000000" pitchFamily="34" charset="-128"/>
              </a:defRPr>
            </a:lvl1pPr>
          </a:lstStyle>
          <a:p>
            <a:r>
              <a:rPr kumimoji="1" lang="ja-JP" altLang="en-US"/>
              <a:t>ページタイトルを編集</a:t>
            </a:r>
            <a:endParaRPr kumimoji="1" lang="en" altLang="ja-JP"/>
          </a:p>
        </p:txBody>
      </p:sp>
      <p:sp>
        <p:nvSpPr>
          <p:cNvPr id="6" name="テキスト プレースホルダー 19">
            <a:extLst>
              <a:ext uri="{FF2B5EF4-FFF2-40B4-BE49-F238E27FC236}">
                <a16:creationId xmlns:a16="http://schemas.microsoft.com/office/drawing/2014/main" id="{8E7E6CA6-3DC4-C33E-7CEA-BE1547A8B9F1}"/>
              </a:ext>
            </a:extLst>
          </p:cNvPr>
          <p:cNvSpPr>
            <a:spLocks noGrp="1"/>
          </p:cNvSpPr>
          <p:nvPr>
            <p:ph type="body" sz="quarter" idx="13" hasCustomPrompt="1"/>
          </p:nvPr>
        </p:nvSpPr>
        <p:spPr>
          <a:xfrm>
            <a:off x="8481391" y="1763486"/>
            <a:ext cx="3193049" cy="4478288"/>
          </a:xfrm>
          <a:prstGeom prst="rect">
            <a:avLst/>
          </a:prstGeom>
        </p:spPr>
        <p:txBody>
          <a:bodyPr lIns="0" tIns="0" rIns="0" bIns="0" anchor="t"/>
          <a:lstStyle>
            <a:lvl1pPr marL="0" indent="0">
              <a:buNone/>
              <a:defRPr sz="1800">
                <a:solidFill>
                  <a:schemeClr val="tx1"/>
                </a:solidFill>
              </a:defRPr>
            </a:lvl1pPr>
          </a:lstStyle>
          <a:p>
            <a:pPr>
              <a:buNone/>
            </a:pPr>
            <a:r>
              <a:rPr lang="en-US" altLang="ja-JP"/>
              <a:t>3</a:t>
            </a:r>
            <a:r>
              <a:rPr lang="ja-JP" altLang="en-US"/>
              <a:t>カラム</a:t>
            </a:r>
            <a:endParaRPr lang="en-US" altLang="ja-JP"/>
          </a:p>
          <a:p>
            <a:pPr>
              <a:buNone/>
            </a:pPr>
            <a:r>
              <a:rPr lang="ja-JP" altLang="en-US"/>
              <a:t>コンテンツを編集</a:t>
            </a:r>
            <a:endParaRPr lang="en-US" altLang="ja-JP"/>
          </a:p>
        </p:txBody>
      </p:sp>
      <p:sp>
        <p:nvSpPr>
          <p:cNvPr id="7" name="テキスト プレースホルダー 19">
            <a:extLst>
              <a:ext uri="{FF2B5EF4-FFF2-40B4-BE49-F238E27FC236}">
                <a16:creationId xmlns:a16="http://schemas.microsoft.com/office/drawing/2014/main" id="{DA46A754-1575-D52F-4CA2-CFA1B8752D23}"/>
              </a:ext>
            </a:extLst>
          </p:cNvPr>
          <p:cNvSpPr>
            <a:spLocks noGrp="1"/>
          </p:cNvSpPr>
          <p:nvPr>
            <p:ph type="body" sz="quarter" idx="14" hasCustomPrompt="1"/>
          </p:nvPr>
        </p:nvSpPr>
        <p:spPr>
          <a:xfrm>
            <a:off x="514800" y="1010676"/>
            <a:ext cx="11162400" cy="543339"/>
          </a:xfrm>
          <a:prstGeom prst="rect">
            <a:avLst/>
          </a:prstGeom>
        </p:spPr>
        <p:txBody>
          <a:bodyPr lIns="0" tIns="0" rIns="0" bIns="0" anchor="t"/>
          <a:lstStyle>
            <a:lvl1pPr marL="0" indent="0">
              <a:lnSpc>
                <a:spcPct val="100000"/>
              </a:lnSpc>
              <a:buNone/>
              <a:defRPr sz="1600" b="0" i="0" baseline="0">
                <a:solidFill>
                  <a:schemeClr val="tx1"/>
                </a:solidFill>
                <a:latin typeface="+mn-ea"/>
                <a:ea typeface="+mn-ea"/>
              </a:defRPr>
            </a:lvl1pPr>
          </a:lstStyle>
          <a:p>
            <a:pPr>
              <a:buNone/>
            </a:pPr>
            <a:r>
              <a:rPr lang="ja-JP" altLang="en-US"/>
              <a:t>本文を編集</a:t>
            </a:r>
            <a:endParaRPr lang="en-US" altLang="ja-JP"/>
          </a:p>
        </p:txBody>
      </p:sp>
      <p:sp>
        <p:nvSpPr>
          <p:cNvPr id="8" name="コンテンツ プレースホルダー 5">
            <a:extLst>
              <a:ext uri="{FF2B5EF4-FFF2-40B4-BE49-F238E27FC236}">
                <a16:creationId xmlns:a16="http://schemas.microsoft.com/office/drawing/2014/main" id="{336A98D0-D708-6ED2-1597-F741CA3C0A69}"/>
              </a:ext>
            </a:extLst>
          </p:cNvPr>
          <p:cNvSpPr txBox="1">
            <a:spLocks/>
          </p:cNvSpPr>
          <p:nvPr userDrawn="1"/>
        </p:nvSpPr>
        <p:spPr>
          <a:xfrm>
            <a:off x="586800" y="-1470707"/>
            <a:ext cx="506437" cy="401995"/>
          </a:xfrm>
          <a:prstGeom prst="rect">
            <a:avLst/>
          </a:prstGeom>
        </p:spPr>
        <p:txBody>
          <a:bodyPr lIns="0" tIns="0" rIns="0" bIns="0" anchor="ctr"/>
          <a:lstStyle>
            <a:lvl1pPr marL="0" indent="0" algn="l" rtl="0" eaLnBrk="1" fontAlgn="base" hangingPunct="1">
              <a:lnSpc>
                <a:spcPct val="100000"/>
              </a:lnSpc>
              <a:spcBef>
                <a:spcPts val="0"/>
              </a:spcBef>
              <a:spcAft>
                <a:spcPct val="0"/>
              </a:spcAft>
              <a:defRPr kumimoji="1" sz="1800" b="0" i="0" baseline="0">
                <a:solidFill>
                  <a:schemeClr val="bg2"/>
                </a:solidFill>
                <a:latin typeface="Segoe UI" panose="020B0502040204020203" pitchFamily="34" charset="0"/>
                <a:ea typeface="游ゴシック Medium" panose="020B0500000000000000" pitchFamily="50" charset="-128"/>
                <a:cs typeface="+mn-cs"/>
              </a:defRPr>
            </a:lvl1pPr>
            <a:lvl2pPr marL="531800" indent="-171446" algn="l" rtl="0" eaLnBrk="1" fontAlgn="base" hangingPunct="1">
              <a:lnSpc>
                <a:spcPct val="100000"/>
              </a:lnSpc>
              <a:spcBef>
                <a:spcPct val="40000"/>
              </a:spcBef>
              <a:spcAft>
                <a:spcPct val="0"/>
              </a:spcAft>
              <a:buChar char="•"/>
              <a:defRPr kumimoji="1" sz="1651" b="0" i="0" baseline="0">
                <a:solidFill>
                  <a:schemeClr val="bg2"/>
                </a:solidFill>
                <a:latin typeface="Yu Gothic Medium" panose="020B0400000000000000" pitchFamily="34" charset="-128"/>
                <a:ea typeface="Yu Gothic Medium" panose="020B0400000000000000" pitchFamily="34" charset="-128"/>
              </a:defRPr>
            </a:lvl2pPr>
            <a:lvl3pPr marL="904852" indent="-193670" algn="l" rtl="0" eaLnBrk="1" fontAlgn="base" hangingPunct="1">
              <a:lnSpc>
                <a:spcPct val="100000"/>
              </a:lnSpc>
              <a:spcBef>
                <a:spcPct val="40000"/>
              </a:spcBef>
              <a:spcAft>
                <a:spcPct val="0"/>
              </a:spcAft>
              <a:buChar char="•"/>
              <a:defRPr kumimoji="1" sz="1651" b="0" i="0" baseline="0">
                <a:solidFill>
                  <a:schemeClr val="bg2"/>
                </a:solidFill>
                <a:latin typeface="Yu Gothic Medium" panose="020B0400000000000000" pitchFamily="34" charset="-128"/>
                <a:ea typeface="Yu Gothic Medium" panose="020B0400000000000000" pitchFamily="34" charset="-128"/>
              </a:defRPr>
            </a:lvl3pPr>
            <a:lvl4pPr marL="1247743"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4pPr>
            <a:lvl5pPr marL="1600160"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5pPr>
            <a:lvl6pPr marL="2057349"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6pPr>
            <a:lvl7pPr marL="2514537"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7pPr>
            <a:lvl8pPr marL="2971726"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8pPr>
            <a:lvl9pPr marL="3428914"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9pPr>
          </a:lstStyle>
          <a:p>
            <a:r>
              <a:rPr lang="en-US" altLang="ja-JP" sz="4400">
                <a:solidFill>
                  <a:schemeClr val="accent5"/>
                </a:solidFill>
                <a:ea typeface="+mj-ea"/>
                <a:cs typeface="Segoe UI" panose="020B0502040204020203" pitchFamily="34" charset="0"/>
              </a:rPr>
              <a:t>1.</a:t>
            </a:r>
            <a:endParaRPr lang="ja-JP" altLang="en-US" sz="4400" spc="79">
              <a:solidFill>
                <a:schemeClr val="accent5"/>
              </a:solidFill>
              <a:ea typeface="+mj-ea"/>
              <a:cs typeface="Segoe UI" panose="020B0502040204020203" pitchFamily="34" charset="0"/>
            </a:endParaRPr>
          </a:p>
        </p:txBody>
      </p:sp>
      <p:sp>
        <p:nvSpPr>
          <p:cNvPr id="9" name="コンテンツ プレースホルダー 5">
            <a:extLst>
              <a:ext uri="{FF2B5EF4-FFF2-40B4-BE49-F238E27FC236}">
                <a16:creationId xmlns:a16="http://schemas.microsoft.com/office/drawing/2014/main" id="{38EA1D9A-FF7C-A1BB-74B4-BCF93B983937}"/>
              </a:ext>
            </a:extLst>
          </p:cNvPr>
          <p:cNvSpPr txBox="1">
            <a:spLocks/>
          </p:cNvSpPr>
          <p:nvPr userDrawn="1"/>
        </p:nvSpPr>
        <p:spPr>
          <a:xfrm>
            <a:off x="3239895" y="-1470707"/>
            <a:ext cx="506437" cy="401995"/>
          </a:xfrm>
          <a:prstGeom prst="rect">
            <a:avLst/>
          </a:prstGeom>
        </p:spPr>
        <p:txBody>
          <a:bodyPr lIns="0" tIns="0" rIns="0" bIns="0" anchor="ctr"/>
          <a:lstStyle>
            <a:lvl1pPr marL="0" indent="0" algn="l" rtl="0" eaLnBrk="1" fontAlgn="base" hangingPunct="1">
              <a:lnSpc>
                <a:spcPct val="100000"/>
              </a:lnSpc>
              <a:spcBef>
                <a:spcPts val="0"/>
              </a:spcBef>
              <a:spcAft>
                <a:spcPct val="0"/>
              </a:spcAft>
              <a:defRPr kumimoji="1" sz="1800" b="0" i="0" baseline="0">
                <a:solidFill>
                  <a:schemeClr val="bg2"/>
                </a:solidFill>
                <a:latin typeface="Segoe UI" panose="020B0502040204020203" pitchFamily="34" charset="0"/>
                <a:ea typeface="游ゴシック Medium" panose="020B0500000000000000" pitchFamily="50" charset="-128"/>
                <a:cs typeface="+mn-cs"/>
              </a:defRPr>
            </a:lvl1pPr>
            <a:lvl2pPr marL="531800" indent="-171446" algn="l" rtl="0" eaLnBrk="1" fontAlgn="base" hangingPunct="1">
              <a:lnSpc>
                <a:spcPct val="100000"/>
              </a:lnSpc>
              <a:spcBef>
                <a:spcPct val="40000"/>
              </a:spcBef>
              <a:spcAft>
                <a:spcPct val="0"/>
              </a:spcAft>
              <a:buChar char="•"/>
              <a:defRPr kumimoji="1" sz="1651" b="0" i="0" baseline="0">
                <a:solidFill>
                  <a:schemeClr val="bg2"/>
                </a:solidFill>
                <a:latin typeface="Yu Gothic Medium" panose="020B0400000000000000" pitchFamily="34" charset="-128"/>
                <a:ea typeface="Yu Gothic Medium" panose="020B0400000000000000" pitchFamily="34" charset="-128"/>
              </a:defRPr>
            </a:lvl2pPr>
            <a:lvl3pPr marL="904852" indent="-193670" algn="l" rtl="0" eaLnBrk="1" fontAlgn="base" hangingPunct="1">
              <a:lnSpc>
                <a:spcPct val="100000"/>
              </a:lnSpc>
              <a:spcBef>
                <a:spcPct val="40000"/>
              </a:spcBef>
              <a:spcAft>
                <a:spcPct val="0"/>
              </a:spcAft>
              <a:buChar char="•"/>
              <a:defRPr kumimoji="1" sz="1651" b="0" i="0" baseline="0">
                <a:solidFill>
                  <a:schemeClr val="bg2"/>
                </a:solidFill>
                <a:latin typeface="Yu Gothic Medium" panose="020B0400000000000000" pitchFamily="34" charset="-128"/>
                <a:ea typeface="Yu Gothic Medium" panose="020B0400000000000000" pitchFamily="34" charset="-128"/>
              </a:defRPr>
            </a:lvl3pPr>
            <a:lvl4pPr marL="1247743"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4pPr>
            <a:lvl5pPr marL="1600160"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5pPr>
            <a:lvl6pPr marL="2057349"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6pPr>
            <a:lvl7pPr marL="2514537"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7pPr>
            <a:lvl8pPr marL="2971726"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8pPr>
            <a:lvl9pPr marL="3428914"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9pPr>
          </a:lstStyle>
          <a:p>
            <a:r>
              <a:rPr lang="en-US" altLang="ja-JP" sz="4400">
                <a:solidFill>
                  <a:schemeClr val="accent5"/>
                </a:solidFill>
                <a:ea typeface="+mj-ea"/>
                <a:cs typeface="Segoe UI" panose="020B0502040204020203" pitchFamily="34" charset="0"/>
              </a:rPr>
              <a:t>2.</a:t>
            </a:r>
            <a:endParaRPr lang="ja-JP" altLang="en-US" sz="4400" spc="79">
              <a:solidFill>
                <a:schemeClr val="accent5"/>
              </a:solidFill>
              <a:ea typeface="+mj-ea"/>
              <a:cs typeface="Segoe UI" panose="020B0502040204020203" pitchFamily="34" charset="0"/>
            </a:endParaRPr>
          </a:p>
        </p:txBody>
      </p:sp>
      <p:sp>
        <p:nvSpPr>
          <p:cNvPr id="10" name="コンテンツ プレースホルダー 5">
            <a:extLst>
              <a:ext uri="{FF2B5EF4-FFF2-40B4-BE49-F238E27FC236}">
                <a16:creationId xmlns:a16="http://schemas.microsoft.com/office/drawing/2014/main" id="{5FCCA5C2-996D-A419-2C61-FA5E1B024D9C}"/>
              </a:ext>
            </a:extLst>
          </p:cNvPr>
          <p:cNvSpPr txBox="1">
            <a:spLocks/>
          </p:cNvSpPr>
          <p:nvPr userDrawn="1"/>
        </p:nvSpPr>
        <p:spPr>
          <a:xfrm>
            <a:off x="5929753" y="-1470707"/>
            <a:ext cx="506437" cy="401995"/>
          </a:xfrm>
          <a:prstGeom prst="rect">
            <a:avLst/>
          </a:prstGeom>
        </p:spPr>
        <p:txBody>
          <a:bodyPr lIns="0" tIns="0" rIns="0" bIns="0" anchor="ctr"/>
          <a:lstStyle>
            <a:lvl1pPr marL="0" indent="0" algn="l" rtl="0" eaLnBrk="1" fontAlgn="base" hangingPunct="1">
              <a:lnSpc>
                <a:spcPct val="100000"/>
              </a:lnSpc>
              <a:spcBef>
                <a:spcPts val="0"/>
              </a:spcBef>
              <a:spcAft>
                <a:spcPct val="0"/>
              </a:spcAft>
              <a:defRPr kumimoji="1" sz="1800" b="0" i="0" baseline="0">
                <a:solidFill>
                  <a:schemeClr val="bg2"/>
                </a:solidFill>
                <a:latin typeface="Segoe UI" panose="020B0502040204020203" pitchFamily="34" charset="0"/>
                <a:ea typeface="游ゴシック Medium" panose="020B0500000000000000" pitchFamily="50" charset="-128"/>
                <a:cs typeface="+mn-cs"/>
              </a:defRPr>
            </a:lvl1pPr>
            <a:lvl2pPr marL="531800" indent="-171446" algn="l" rtl="0" eaLnBrk="1" fontAlgn="base" hangingPunct="1">
              <a:lnSpc>
                <a:spcPct val="100000"/>
              </a:lnSpc>
              <a:spcBef>
                <a:spcPct val="40000"/>
              </a:spcBef>
              <a:spcAft>
                <a:spcPct val="0"/>
              </a:spcAft>
              <a:buChar char="•"/>
              <a:defRPr kumimoji="1" sz="1651" b="0" i="0" baseline="0">
                <a:solidFill>
                  <a:schemeClr val="bg2"/>
                </a:solidFill>
                <a:latin typeface="Yu Gothic Medium" panose="020B0400000000000000" pitchFamily="34" charset="-128"/>
                <a:ea typeface="Yu Gothic Medium" panose="020B0400000000000000" pitchFamily="34" charset="-128"/>
              </a:defRPr>
            </a:lvl2pPr>
            <a:lvl3pPr marL="904852" indent="-193670" algn="l" rtl="0" eaLnBrk="1" fontAlgn="base" hangingPunct="1">
              <a:lnSpc>
                <a:spcPct val="100000"/>
              </a:lnSpc>
              <a:spcBef>
                <a:spcPct val="40000"/>
              </a:spcBef>
              <a:spcAft>
                <a:spcPct val="0"/>
              </a:spcAft>
              <a:buChar char="•"/>
              <a:defRPr kumimoji="1" sz="1651" b="0" i="0" baseline="0">
                <a:solidFill>
                  <a:schemeClr val="bg2"/>
                </a:solidFill>
                <a:latin typeface="Yu Gothic Medium" panose="020B0400000000000000" pitchFamily="34" charset="-128"/>
                <a:ea typeface="Yu Gothic Medium" panose="020B0400000000000000" pitchFamily="34" charset="-128"/>
              </a:defRPr>
            </a:lvl3pPr>
            <a:lvl4pPr marL="1247743"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4pPr>
            <a:lvl5pPr marL="1600160"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5pPr>
            <a:lvl6pPr marL="2057349"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6pPr>
            <a:lvl7pPr marL="2514537"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7pPr>
            <a:lvl8pPr marL="2971726"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8pPr>
            <a:lvl9pPr marL="3428914" indent="-152396" algn="l" rtl="0" eaLnBrk="1" fontAlgn="base" hangingPunct="1">
              <a:lnSpc>
                <a:spcPct val="120000"/>
              </a:lnSpc>
              <a:spcBef>
                <a:spcPct val="40000"/>
              </a:spcBef>
              <a:spcAft>
                <a:spcPct val="0"/>
              </a:spcAft>
              <a:buChar char="•"/>
              <a:defRPr kumimoji="1" sz="1400">
                <a:solidFill>
                  <a:schemeClr val="tx1"/>
                </a:solidFill>
                <a:latin typeface="+mn-lt"/>
                <a:ea typeface="+mn-ea"/>
              </a:defRPr>
            </a:lvl9pPr>
          </a:lstStyle>
          <a:p>
            <a:r>
              <a:rPr lang="en-US" altLang="ja-JP" sz="4400">
                <a:solidFill>
                  <a:schemeClr val="accent5"/>
                </a:solidFill>
                <a:ea typeface="+mj-ea"/>
                <a:cs typeface="Segoe UI" panose="020B0502040204020203" pitchFamily="34" charset="0"/>
              </a:rPr>
              <a:t>3.</a:t>
            </a:r>
            <a:endParaRPr lang="ja-JP" altLang="en-US" sz="4400" spc="79">
              <a:solidFill>
                <a:schemeClr val="accent5"/>
              </a:solidFill>
              <a:ea typeface="+mj-ea"/>
              <a:cs typeface="Segoe UI" panose="020B0502040204020203" pitchFamily="34" charset="0"/>
            </a:endParaRPr>
          </a:p>
        </p:txBody>
      </p:sp>
      <p:sp>
        <p:nvSpPr>
          <p:cNvPr id="13" name="テキスト プレースホルダー 19">
            <a:extLst>
              <a:ext uri="{FF2B5EF4-FFF2-40B4-BE49-F238E27FC236}">
                <a16:creationId xmlns:a16="http://schemas.microsoft.com/office/drawing/2014/main" id="{716C7318-D020-47CA-6E19-A3BBE1941D10}"/>
              </a:ext>
            </a:extLst>
          </p:cNvPr>
          <p:cNvSpPr>
            <a:spLocks noGrp="1"/>
          </p:cNvSpPr>
          <p:nvPr>
            <p:ph type="body" sz="quarter" idx="15" hasCustomPrompt="1"/>
          </p:nvPr>
        </p:nvSpPr>
        <p:spPr>
          <a:xfrm>
            <a:off x="4502601" y="1763486"/>
            <a:ext cx="3197559" cy="4478288"/>
          </a:xfrm>
          <a:prstGeom prst="rect">
            <a:avLst/>
          </a:prstGeom>
        </p:spPr>
        <p:txBody>
          <a:bodyPr lIns="0" tIns="0" rIns="0" bIns="0" anchor="t"/>
          <a:lstStyle>
            <a:lvl1pPr marL="0" indent="0">
              <a:buNone/>
              <a:defRPr sz="1800">
                <a:solidFill>
                  <a:schemeClr val="bg1"/>
                </a:solidFill>
              </a:defRPr>
            </a:lvl1pPr>
          </a:lstStyle>
          <a:p>
            <a:pPr>
              <a:buNone/>
            </a:pPr>
            <a:r>
              <a:rPr lang="en-US" altLang="ja-JP"/>
              <a:t>3</a:t>
            </a:r>
            <a:r>
              <a:rPr lang="ja-JP" altLang="en-US"/>
              <a:t>カラム</a:t>
            </a:r>
            <a:endParaRPr lang="en-US" altLang="ja-JP"/>
          </a:p>
          <a:p>
            <a:pPr>
              <a:buNone/>
            </a:pPr>
            <a:r>
              <a:rPr lang="ja-JP" altLang="en-US"/>
              <a:t>コンテンツを編集</a:t>
            </a:r>
            <a:endParaRPr lang="en-US" altLang="ja-JP"/>
          </a:p>
        </p:txBody>
      </p:sp>
    </p:spTree>
    <p:extLst>
      <p:ext uri="{BB962C8B-B14F-4D97-AF65-F5344CB8AC3E}">
        <p14:creationId xmlns:p14="http://schemas.microsoft.com/office/powerpoint/2010/main" val="9409336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5B309A4C-5A54-812A-8BAF-FE70E8FB2613}"/>
              </a:ext>
            </a:extLst>
          </p:cNvPr>
          <p:cNvPicPr>
            <a:picLocks noChangeAspect="1"/>
          </p:cNvPicPr>
          <p:nvPr userDrawn="1"/>
        </p:nvPicPr>
        <p:blipFill>
          <a:blip r:embed="rId2"/>
          <a:srcRect/>
          <a:stretch/>
        </p:blipFill>
        <p:spPr>
          <a:xfrm>
            <a:off x="5339772" y="2720516"/>
            <a:ext cx="1512456" cy="357610"/>
          </a:xfrm>
          <a:prstGeom prst="rect">
            <a:avLst/>
          </a:prstGeom>
        </p:spPr>
      </p:pic>
      <p:pic>
        <p:nvPicPr>
          <p:cNvPr id="6" name="図 5">
            <a:extLst>
              <a:ext uri="{FF2B5EF4-FFF2-40B4-BE49-F238E27FC236}">
                <a16:creationId xmlns:a16="http://schemas.microsoft.com/office/drawing/2014/main" id="{323DA7CC-6E2B-FBD8-6017-A288E294B761}"/>
              </a:ext>
            </a:extLst>
          </p:cNvPr>
          <p:cNvPicPr>
            <a:picLocks noChangeAspect="1"/>
          </p:cNvPicPr>
          <p:nvPr userDrawn="1"/>
        </p:nvPicPr>
        <p:blipFill rotWithShape="1">
          <a:blip r:embed="rId3" cstate="screen">
            <a:alphaModFix/>
            <a:lum/>
            <a:extLst>
              <a:ext uri="{28A0092B-C50C-407E-A947-70E740481C1C}">
                <a14:useLocalDpi xmlns:a14="http://schemas.microsoft.com/office/drawing/2010/main"/>
              </a:ext>
            </a:extLst>
          </a:blip>
          <a:srcRect l="25173" t="28517" r="19624" b="34816"/>
          <a:stretch/>
        </p:blipFill>
        <p:spPr>
          <a:xfrm>
            <a:off x="0" y="3555431"/>
            <a:ext cx="12192000" cy="3159349"/>
          </a:xfrm>
          <a:prstGeom prst="rect">
            <a:avLst/>
          </a:prstGeom>
        </p:spPr>
      </p:pic>
      <p:sp>
        <p:nvSpPr>
          <p:cNvPr id="7" name="正方形/長方形 6">
            <a:extLst>
              <a:ext uri="{FF2B5EF4-FFF2-40B4-BE49-F238E27FC236}">
                <a16:creationId xmlns:a16="http://schemas.microsoft.com/office/drawing/2014/main" id="{1E2C6EC4-33D3-C3E4-48C0-AD95E60C0FD2}"/>
              </a:ext>
            </a:extLst>
          </p:cNvPr>
          <p:cNvSpPr/>
          <p:nvPr userDrawn="1"/>
        </p:nvSpPr>
        <p:spPr>
          <a:xfrm>
            <a:off x="3047997" y="6161824"/>
            <a:ext cx="6096000" cy="251031"/>
          </a:xfrm>
          <a:prstGeom prst="rect">
            <a:avLst/>
          </a:prstGeom>
        </p:spPr>
        <p:txBody>
          <a:bodyPr lIns="0" tIns="0" rIns="0" bIns="0">
            <a:spAutoFit/>
          </a:bodyPr>
          <a:lstStyle/>
          <a:p>
            <a:pPr algn="ctr">
              <a:lnSpc>
                <a:spcPts val="1000"/>
              </a:lnSpc>
            </a:pPr>
            <a:r>
              <a:rPr lang="ja-JP" altLang="en-US" sz="750" b="0" i="0">
                <a:solidFill>
                  <a:schemeClr val="accent2"/>
                </a:solidFill>
                <a:latin typeface="游ゴシック Medium" panose="020B0500000000000000" pitchFamily="50" charset="-128"/>
                <a:ea typeface="游ゴシック Medium" panose="020B0500000000000000" pitchFamily="50" charset="-128"/>
              </a:rPr>
              <a:t>アビーム、ABeam及びそのロゴは、アビームコンサルティング株式会社の日本その他の国における登録商標です。</a:t>
            </a:r>
            <a:endParaRPr lang="en-US" altLang="ja-JP" sz="750" b="0" i="0">
              <a:solidFill>
                <a:schemeClr val="accent2"/>
              </a:solidFill>
              <a:latin typeface="游ゴシック Medium" panose="020B0500000000000000" pitchFamily="50" charset="-128"/>
              <a:ea typeface="游ゴシック Medium" panose="020B0500000000000000" pitchFamily="50" charset="-128"/>
            </a:endParaRPr>
          </a:p>
          <a:p>
            <a:pPr algn="ctr">
              <a:lnSpc>
                <a:spcPts val="1000"/>
              </a:lnSpc>
            </a:pPr>
            <a:r>
              <a:rPr lang="ja-JP" altLang="en-US" sz="750" b="0" i="0">
                <a:solidFill>
                  <a:schemeClr val="accent2"/>
                </a:solidFill>
                <a:latin typeface="游ゴシック Medium" panose="020B0500000000000000" pitchFamily="50" charset="-128"/>
                <a:ea typeface="游ゴシック Medium" panose="020B0500000000000000" pitchFamily="50" charset="-128"/>
              </a:rPr>
              <a:t>本文に記載されている会社名及び製品名は各社の商号、商標又は登録商標です。</a:t>
            </a:r>
          </a:p>
        </p:txBody>
      </p:sp>
      <p:pic>
        <p:nvPicPr>
          <p:cNvPr id="4" name="図 3">
            <a:extLst>
              <a:ext uri="{FF2B5EF4-FFF2-40B4-BE49-F238E27FC236}">
                <a16:creationId xmlns:a16="http://schemas.microsoft.com/office/drawing/2014/main" id="{BA286194-C9F9-D7F0-110A-75C891DCCD2E}"/>
              </a:ext>
            </a:extLst>
          </p:cNvPr>
          <p:cNvPicPr>
            <a:picLocks noChangeAspect="1"/>
          </p:cNvPicPr>
          <p:nvPr userDrawn="1"/>
        </p:nvPicPr>
        <p:blipFill>
          <a:blip r:embed="rId4"/>
          <a:srcRect/>
          <a:stretch/>
        </p:blipFill>
        <p:spPr>
          <a:xfrm>
            <a:off x="4162802" y="1903521"/>
            <a:ext cx="3866396" cy="409123"/>
          </a:xfrm>
          <a:prstGeom prst="rect">
            <a:avLst/>
          </a:prstGeom>
        </p:spPr>
      </p:pic>
    </p:spTree>
    <p:extLst>
      <p:ext uri="{BB962C8B-B14F-4D97-AF65-F5344CB8AC3E}">
        <p14:creationId xmlns:p14="http://schemas.microsoft.com/office/powerpoint/2010/main" val="171163181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520836"/>
      </p:ext>
    </p:extLst>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0E954E2-E9A0-72BC-80D4-1327524BE40D}"/>
              </a:ext>
            </a:extLst>
          </p:cNvPr>
          <p:cNvSpPr/>
          <p:nvPr userDrawn="1"/>
        </p:nvSpPr>
        <p:spPr bwMode="auto">
          <a:xfrm>
            <a:off x="0" y="6567749"/>
            <a:ext cx="12192000" cy="305076"/>
          </a:xfrm>
          <a:prstGeom prst="rect">
            <a:avLst/>
          </a:prstGeom>
          <a:solidFill>
            <a:schemeClr val="tx1"/>
          </a:solidFill>
          <a:ln w="317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endParaRPr lang="ja-JP" altLang="en-US">
              <a:latin typeface="游ゴシック Medium" panose="020B0500000000000000" pitchFamily="50" charset="-128"/>
              <a:ea typeface="游ゴシック Medium" panose="020B0500000000000000" pitchFamily="50" charset="-128"/>
              <a:cs typeface="Meiryo UI" panose="020B0604030504040204" pitchFamily="50" charset="-128"/>
            </a:endParaRPr>
          </a:p>
        </p:txBody>
      </p:sp>
      <p:sp>
        <p:nvSpPr>
          <p:cNvPr id="11" name="Text Box 7">
            <a:extLst>
              <a:ext uri="{FF2B5EF4-FFF2-40B4-BE49-F238E27FC236}">
                <a16:creationId xmlns:a16="http://schemas.microsoft.com/office/drawing/2014/main" id="{74A1B182-92C1-6CEF-9B00-2DAA5A66F575}"/>
              </a:ext>
            </a:extLst>
          </p:cNvPr>
          <p:cNvSpPr txBox="1">
            <a:spLocks noChangeArrowheads="1"/>
          </p:cNvSpPr>
          <p:nvPr userDrawn="1"/>
        </p:nvSpPr>
        <p:spPr bwMode="auto">
          <a:xfrm>
            <a:off x="7004050" y="6680329"/>
            <a:ext cx="4673150" cy="101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p>
            <a:pPr marL="0" marR="0" lvl="0" indent="0" algn="r" defTabSz="914400" rtl="0" eaLnBrk="1" fontAlgn="auto" latinLnBrk="0" hangingPunct="1">
              <a:lnSpc>
                <a:spcPct val="80000"/>
              </a:lnSpc>
              <a:spcBef>
                <a:spcPct val="0"/>
              </a:spcBef>
              <a:spcAft>
                <a:spcPts val="0"/>
              </a:spcAft>
              <a:buClrTx/>
              <a:buSzTx/>
              <a:buFontTx/>
              <a:buNone/>
              <a:tabLst/>
              <a:defRPr/>
            </a:pPr>
            <a:r>
              <a:rPr lang="en-US" altLang="ja-JP" sz="800" b="0" i="0" spc="80" baseline="0" dirty="0">
                <a:solidFill>
                  <a:srgbClr val="F1EBE3"/>
                </a:solidFill>
                <a:latin typeface="Segoe UI" panose="020B0502040204020203" pitchFamily="34" charset="0"/>
                <a:ea typeface="游ゴシック Medium" panose="020B0500000000000000" pitchFamily="50" charset="-128"/>
                <a:cs typeface="Meiryo UI" panose="020B0604030504040204" pitchFamily="50" charset="-128"/>
              </a:rPr>
              <a:t>Confidential </a:t>
            </a:r>
            <a:r>
              <a:rPr lang="en-US" altLang="ja-JP" sz="800" b="0" i="0" spc="30" baseline="0" dirty="0">
                <a:solidFill>
                  <a:srgbClr val="F1EBE3"/>
                </a:solidFill>
                <a:latin typeface="Segoe UI" panose="020B0502040204020203" pitchFamily="34" charset="0"/>
                <a:ea typeface="Tazugane Gothic StdN Book" panose="020B0603020203020204" pitchFamily="34" charset="-128"/>
                <a:cs typeface="Meiryo UI" panose="020B0604030504040204" pitchFamily="50" charset="-128"/>
              </a:rPr>
              <a:t>©︎2026 </a:t>
            </a:r>
            <a:r>
              <a:rPr lang="en-US" altLang="ja-JP" sz="800" b="0" i="0" spc="30" baseline="0" dirty="0" err="1">
                <a:solidFill>
                  <a:srgbClr val="F1EBE3"/>
                </a:solidFill>
                <a:latin typeface="Segoe UI" panose="020B0502040204020203" pitchFamily="34" charset="0"/>
                <a:ea typeface="Tazugane Gothic StdN Book" panose="020B0603020203020204" pitchFamily="34" charset="-128"/>
                <a:cs typeface="Meiryo UI" panose="020B0604030504040204" pitchFamily="50" charset="-128"/>
              </a:rPr>
              <a:t>ABeam</a:t>
            </a:r>
            <a:r>
              <a:rPr lang="en-US" altLang="ja-JP" sz="800" b="0" i="0" spc="30" baseline="0" dirty="0">
                <a:solidFill>
                  <a:srgbClr val="F1EBE3"/>
                </a:solidFill>
                <a:latin typeface="Segoe UI" panose="020B0502040204020203" pitchFamily="34" charset="0"/>
                <a:ea typeface="Tazugane Gothic StdN Book" panose="020B0603020203020204" pitchFamily="34" charset="-128"/>
                <a:cs typeface="Meiryo UI" panose="020B0604030504040204" pitchFamily="50" charset="-128"/>
              </a:rPr>
              <a:t> Consulting Ltd.</a:t>
            </a:r>
            <a:endParaRPr lang="ja-JP" altLang="en-US" sz="800" b="0" i="0" spc="30" baseline="0" dirty="0">
              <a:solidFill>
                <a:srgbClr val="F1EBE3"/>
              </a:solidFill>
              <a:latin typeface="Segoe UI" panose="020B0502040204020203" pitchFamily="34" charset="0"/>
              <a:ea typeface="Tazugane Gothic StdN Book" panose="020B0603020203020204" pitchFamily="34" charset="-128"/>
              <a:cs typeface="Meiryo UI" panose="020B0604030504040204" pitchFamily="50" charset="-128"/>
            </a:endParaRPr>
          </a:p>
        </p:txBody>
      </p:sp>
      <p:sp>
        <p:nvSpPr>
          <p:cNvPr id="14" name="Rectangle 5">
            <a:extLst>
              <a:ext uri="{FF2B5EF4-FFF2-40B4-BE49-F238E27FC236}">
                <a16:creationId xmlns:a16="http://schemas.microsoft.com/office/drawing/2014/main" id="{C56666F1-616E-A0F9-10E5-9120BF272F66}"/>
              </a:ext>
            </a:extLst>
          </p:cNvPr>
          <p:cNvSpPr txBox="1">
            <a:spLocks noChangeArrowheads="1"/>
          </p:cNvSpPr>
          <p:nvPr userDrawn="1"/>
        </p:nvSpPr>
        <p:spPr bwMode="auto">
          <a:xfrm>
            <a:off x="514800" y="6643480"/>
            <a:ext cx="609600" cy="12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en-US"/>
            </a:defPPr>
            <a:lvl1pPr algn="l" rtl="0" eaLnBrk="0" fontAlgn="base" hangingPunct="0">
              <a:lnSpc>
                <a:spcPct val="100000"/>
              </a:lnSpc>
              <a:spcBef>
                <a:spcPct val="0"/>
              </a:spcBef>
              <a:spcAft>
                <a:spcPct val="0"/>
              </a:spcAft>
              <a:defRPr sz="900" kern="1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4572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2pPr>
            <a:lvl3pPr marL="9144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3pPr>
            <a:lvl4pPr marL="13716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4pPr>
            <a:lvl5pPr marL="1828800" algn="l" rtl="0" eaLnBrk="0" fontAlgn="base" hangingPunct="0">
              <a:lnSpc>
                <a:spcPct val="120000"/>
              </a:lnSpc>
              <a:spcBef>
                <a:spcPct val="40000"/>
              </a:spcBef>
              <a:spcAft>
                <a:spcPct val="0"/>
              </a:spcAft>
              <a:defRPr sz="1400" kern="1200">
                <a:solidFill>
                  <a:schemeClr val="tx1"/>
                </a:solidFill>
                <a:latin typeface="Arial" charset="0"/>
                <a:ea typeface="ＭＳ Ｐゴシック" pitchFamily="50" charset="-128"/>
                <a:cs typeface="+mn-cs"/>
              </a:defRPr>
            </a:lvl5pPr>
            <a:lvl6pPr marL="2286000" algn="l" defTabSz="914400" rtl="0" eaLnBrk="1" latinLnBrk="0" hangingPunct="1">
              <a:defRPr sz="1400" kern="1200">
                <a:solidFill>
                  <a:schemeClr val="tx1"/>
                </a:solidFill>
                <a:latin typeface="Arial" charset="0"/>
                <a:ea typeface="ＭＳ Ｐゴシック" pitchFamily="50" charset="-128"/>
                <a:cs typeface="+mn-cs"/>
              </a:defRPr>
            </a:lvl6pPr>
            <a:lvl7pPr marL="2743200" algn="l" defTabSz="914400" rtl="0" eaLnBrk="1" latinLnBrk="0" hangingPunct="1">
              <a:defRPr sz="1400" kern="1200">
                <a:solidFill>
                  <a:schemeClr val="tx1"/>
                </a:solidFill>
                <a:latin typeface="Arial" charset="0"/>
                <a:ea typeface="ＭＳ Ｐゴシック" pitchFamily="50" charset="-128"/>
                <a:cs typeface="+mn-cs"/>
              </a:defRPr>
            </a:lvl7pPr>
            <a:lvl8pPr marL="3200400" algn="l" defTabSz="914400" rtl="0" eaLnBrk="1" latinLnBrk="0" hangingPunct="1">
              <a:defRPr sz="1400" kern="1200">
                <a:solidFill>
                  <a:schemeClr val="tx1"/>
                </a:solidFill>
                <a:latin typeface="Arial" charset="0"/>
                <a:ea typeface="ＭＳ Ｐゴシック" pitchFamily="50" charset="-128"/>
                <a:cs typeface="+mn-cs"/>
              </a:defRPr>
            </a:lvl8pPr>
            <a:lvl9pPr marL="3657600" algn="l" defTabSz="914400" rtl="0" eaLnBrk="1" latinLnBrk="0" hangingPunct="1">
              <a:defRPr sz="1400" kern="1200">
                <a:solidFill>
                  <a:schemeClr val="tx1"/>
                </a:solidFill>
                <a:latin typeface="Arial" charset="0"/>
                <a:ea typeface="ＭＳ Ｐゴシック" pitchFamily="50" charset="-128"/>
                <a:cs typeface="+mn-cs"/>
              </a:defRPr>
            </a:lvl9pPr>
          </a:lstStyle>
          <a:p>
            <a:fld id="{53E59A0F-BB7A-4FFB-A1BA-8908693D5CBD}" type="slidenum">
              <a:rPr lang="ja-JP" altLang="en-US" sz="1100" b="0" i="0" baseline="0" smtClean="0">
                <a:solidFill>
                  <a:srgbClr val="F1EBE3"/>
                </a:solidFill>
                <a:latin typeface="Segoe UI" panose="020B0502040204020203" pitchFamily="34" charset="0"/>
                <a:ea typeface="+mn-ea"/>
                <a:cs typeface="Segoe UI" panose="020B0502040204020203" pitchFamily="34" charset="0"/>
              </a:rPr>
              <a:pPr/>
              <a:t>‹#›</a:t>
            </a:fld>
            <a:endParaRPr lang="en-US" altLang="ja-JP" sz="1100" b="0" i="0" baseline="0">
              <a:solidFill>
                <a:srgbClr val="F1EBE3"/>
              </a:solidFill>
              <a:latin typeface="Segoe UI" panose="020B0502040204020203" pitchFamily="34" charset="0"/>
              <a:ea typeface="+mn-ea"/>
              <a:cs typeface="Segoe UI" panose="020B0502040204020203" pitchFamily="34" charset="0"/>
            </a:endParaRPr>
          </a:p>
        </p:txBody>
      </p:sp>
      <p:sp>
        <p:nvSpPr>
          <p:cNvPr id="3" name="正方形/長方形 2">
            <a:extLst>
              <a:ext uri="{FF2B5EF4-FFF2-40B4-BE49-F238E27FC236}">
                <a16:creationId xmlns:a16="http://schemas.microsoft.com/office/drawing/2014/main" id="{3F33689F-12B9-AE75-08BF-42D6542197DA}"/>
              </a:ext>
            </a:extLst>
          </p:cNvPr>
          <p:cNvSpPr/>
          <p:nvPr userDrawn="1"/>
        </p:nvSpPr>
        <p:spPr>
          <a:xfrm>
            <a:off x="0" y="-474561"/>
            <a:ext cx="514800" cy="219600"/>
          </a:xfrm>
          <a:prstGeom prst="rect">
            <a:avLst/>
          </a:prstGeom>
          <a:pattFill prst="dkUpDiag">
            <a:fgClr>
              <a:schemeClr val="tx1">
                <a:lumMod val="65000"/>
                <a:lumOff val="35000"/>
              </a:schemeClr>
            </a:fgClr>
            <a:bgClr>
              <a:schemeClr val="tx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a:t>Margin</a:t>
            </a:r>
            <a:endParaRPr kumimoji="1" lang="ja-JP" altLang="en-US" sz="800"/>
          </a:p>
        </p:txBody>
      </p:sp>
      <p:sp>
        <p:nvSpPr>
          <p:cNvPr id="4" name="正方形/長方形 3">
            <a:extLst>
              <a:ext uri="{FF2B5EF4-FFF2-40B4-BE49-F238E27FC236}">
                <a16:creationId xmlns:a16="http://schemas.microsoft.com/office/drawing/2014/main" id="{28F70739-CDFA-F3CF-67A1-C674CACB1804}"/>
              </a:ext>
            </a:extLst>
          </p:cNvPr>
          <p:cNvSpPr/>
          <p:nvPr userDrawn="1"/>
        </p:nvSpPr>
        <p:spPr>
          <a:xfrm>
            <a:off x="11678478" y="-474561"/>
            <a:ext cx="514800" cy="219600"/>
          </a:xfrm>
          <a:prstGeom prst="rect">
            <a:avLst/>
          </a:prstGeom>
          <a:pattFill prst="dkUpDiag">
            <a:fgClr>
              <a:schemeClr val="tx1">
                <a:lumMod val="65000"/>
                <a:lumOff val="35000"/>
              </a:schemeClr>
            </a:fgClr>
            <a:bgClr>
              <a:schemeClr val="tx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a:t>Margin</a:t>
            </a:r>
            <a:endParaRPr kumimoji="1" lang="ja-JP" altLang="en-US" sz="800"/>
          </a:p>
        </p:txBody>
      </p:sp>
      <p:sp>
        <p:nvSpPr>
          <p:cNvPr id="5" name="正方形/長方形 4">
            <a:extLst>
              <a:ext uri="{FF2B5EF4-FFF2-40B4-BE49-F238E27FC236}">
                <a16:creationId xmlns:a16="http://schemas.microsoft.com/office/drawing/2014/main" id="{90515894-C899-9F62-B29E-D5BA60585B25}"/>
              </a:ext>
            </a:extLst>
          </p:cNvPr>
          <p:cNvSpPr/>
          <p:nvPr userDrawn="1"/>
        </p:nvSpPr>
        <p:spPr>
          <a:xfrm>
            <a:off x="514800" y="-474561"/>
            <a:ext cx="11163678" cy="220562"/>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a:t>Contents area</a:t>
            </a:r>
            <a:endParaRPr kumimoji="1" lang="ja-JP" altLang="en-US" sz="800"/>
          </a:p>
        </p:txBody>
      </p:sp>
      <p:cxnSp>
        <p:nvCxnSpPr>
          <p:cNvPr id="22" name="直線コネクタ 21">
            <a:extLst>
              <a:ext uri="{FF2B5EF4-FFF2-40B4-BE49-F238E27FC236}">
                <a16:creationId xmlns:a16="http://schemas.microsoft.com/office/drawing/2014/main" id="{A6E64B13-F60B-F9C5-A0F7-FA676EC77E07}"/>
              </a:ext>
            </a:extLst>
          </p:cNvPr>
          <p:cNvCxnSpPr/>
          <p:nvPr userDrawn="1"/>
        </p:nvCxnSpPr>
        <p:spPr>
          <a:xfrm>
            <a:off x="-737705" y="305076"/>
            <a:ext cx="469900" cy="0"/>
          </a:xfrm>
          <a:prstGeom prst="line">
            <a:avLst/>
          </a:prstGeom>
          <a:ln>
            <a:solidFill>
              <a:srgbClr val="7D6E5A"/>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74D45266-135C-4A91-4203-0BA7A370A489}"/>
              </a:ext>
            </a:extLst>
          </p:cNvPr>
          <p:cNvCxnSpPr>
            <a:cxnSpLocks/>
          </p:cNvCxnSpPr>
          <p:nvPr userDrawn="1"/>
        </p:nvCxnSpPr>
        <p:spPr>
          <a:xfrm>
            <a:off x="-737705" y="6567749"/>
            <a:ext cx="469900" cy="0"/>
          </a:xfrm>
          <a:prstGeom prst="line">
            <a:avLst/>
          </a:prstGeom>
          <a:ln>
            <a:solidFill>
              <a:srgbClr val="7D6E5A"/>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CD194EF6-9505-1F30-B062-3A616960AABA}"/>
              </a:ext>
            </a:extLst>
          </p:cNvPr>
          <p:cNvCxnSpPr>
            <a:cxnSpLocks/>
          </p:cNvCxnSpPr>
          <p:nvPr userDrawn="1"/>
        </p:nvCxnSpPr>
        <p:spPr>
          <a:xfrm>
            <a:off x="-737705" y="1006820"/>
            <a:ext cx="469900" cy="0"/>
          </a:xfrm>
          <a:prstGeom prst="line">
            <a:avLst/>
          </a:prstGeom>
          <a:ln>
            <a:solidFill>
              <a:srgbClr val="7D6E5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0604604"/>
      </p:ext>
    </p:extLst>
  </p:cSld>
  <p:clrMap bg1="lt1" tx1="dk1" bg2="lt2" tx2="dk2" accent1="accent1" accent2="accent2" accent3="accent3" accent4="accent4" accent5="accent5" accent6="accent6" hlink="hlink" folHlink="folHlink"/>
  <p:sldLayoutIdLst>
    <p:sldLayoutId id="2147483703" r:id="rId1"/>
    <p:sldLayoutId id="2147483673" r:id="rId2"/>
    <p:sldLayoutId id="2147483663" r:id="rId3"/>
    <p:sldLayoutId id="2147483671" r:id="rId4"/>
    <p:sldLayoutId id="2147483672" r:id="rId5"/>
    <p:sldLayoutId id="2147483689" r:id="rId6"/>
    <p:sldLayoutId id="2147483690" r:id="rId7"/>
    <p:sldLayoutId id="2147483686" r:id="rId8"/>
    <p:sldLayoutId id="2147483691" r:id="rId9"/>
    <p:sldLayoutId id="2147483692" r:id="rId10"/>
    <p:sldLayoutId id="2147483693" r:id="rId11"/>
    <p:sldLayoutId id="2147483694" r:id="rId12"/>
    <p:sldLayoutId id="2147483695" r:id="rId13"/>
    <p:sldLayoutId id="2147483688" r:id="rId14"/>
    <p:sldLayoutId id="2147483674" r:id="rId15"/>
    <p:sldLayoutId id="2147483696" r:id="rId16"/>
    <p:sldLayoutId id="2147483698" r:id="rId17"/>
    <p:sldLayoutId id="2147483697" r:id="rId18"/>
    <p:sldLayoutId id="2147483687" r:id="rId19"/>
  </p:sldLayoutIdLst>
  <p:txStyles>
    <p:titleStyle>
      <a:lvl1pPr algn="l" defTabSz="914400" rtl="0" eaLnBrk="1" latinLnBrk="0" hangingPunct="1">
        <a:lnSpc>
          <a:spcPct val="90000"/>
        </a:lnSpc>
        <a:spcBef>
          <a:spcPct val="0"/>
        </a:spcBef>
        <a:buNone/>
        <a:defRPr kumimoji="1" lang="ja-JP" altLang="en-US" sz="2400" kern="1200" baseline="0">
          <a:solidFill>
            <a:schemeClr val="bg1"/>
          </a:solidFill>
          <a:latin typeface="Segoe UI" panose="020B0502040204020203" pitchFamily="34" charset="0"/>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3"/>
        </a:solidFill>
        <a:effectLst/>
      </p:bgPr>
    </p:bg>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F33689F-12B9-AE75-08BF-42D6542197DA}"/>
              </a:ext>
            </a:extLst>
          </p:cNvPr>
          <p:cNvSpPr/>
          <p:nvPr userDrawn="1"/>
        </p:nvSpPr>
        <p:spPr>
          <a:xfrm>
            <a:off x="0" y="-474561"/>
            <a:ext cx="514800" cy="219600"/>
          </a:xfrm>
          <a:prstGeom prst="rect">
            <a:avLst/>
          </a:prstGeom>
          <a:pattFill prst="dkUpDiag">
            <a:fgClr>
              <a:schemeClr val="tx1">
                <a:lumMod val="65000"/>
                <a:lumOff val="35000"/>
              </a:schemeClr>
            </a:fgClr>
            <a:bgClr>
              <a:schemeClr val="tx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a:t>Margin</a:t>
            </a:r>
            <a:endParaRPr kumimoji="1" lang="ja-JP" altLang="en-US" sz="800"/>
          </a:p>
        </p:txBody>
      </p:sp>
      <p:sp>
        <p:nvSpPr>
          <p:cNvPr id="4" name="正方形/長方形 3">
            <a:extLst>
              <a:ext uri="{FF2B5EF4-FFF2-40B4-BE49-F238E27FC236}">
                <a16:creationId xmlns:a16="http://schemas.microsoft.com/office/drawing/2014/main" id="{28F70739-CDFA-F3CF-67A1-C674CACB1804}"/>
              </a:ext>
            </a:extLst>
          </p:cNvPr>
          <p:cNvSpPr/>
          <p:nvPr userDrawn="1"/>
        </p:nvSpPr>
        <p:spPr>
          <a:xfrm>
            <a:off x="11678478" y="-474561"/>
            <a:ext cx="514800" cy="219600"/>
          </a:xfrm>
          <a:prstGeom prst="rect">
            <a:avLst/>
          </a:prstGeom>
          <a:pattFill prst="dkUpDiag">
            <a:fgClr>
              <a:schemeClr val="tx1">
                <a:lumMod val="65000"/>
                <a:lumOff val="35000"/>
              </a:schemeClr>
            </a:fgClr>
            <a:bgClr>
              <a:schemeClr val="tx1">
                <a:lumMod val="85000"/>
                <a:lumOff val="1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a:t>Margin</a:t>
            </a:r>
            <a:endParaRPr kumimoji="1" lang="ja-JP" altLang="en-US" sz="800"/>
          </a:p>
        </p:txBody>
      </p:sp>
      <p:sp>
        <p:nvSpPr>
          <p:cNvPr id="5" name="正方形/長方形 4">
            <a:extLst>
              <a:ext uri="{FF2B5EF4-FFF2-40B4-BE49-F238E27FC236}">
                <a16:creationId xmlns:a16="http://schemas.microsoft.com/office/drawing/2014/main" id="{90515894-C899-9F62-B29E-D5BA60585B25}"/>
              </a:ext>
            </a:extLst>
          </p:cNvPr>
          <p:cNvSpPr/>
          <p:nvPr userDrawn="1"/>
        </p:nvSpPr>
        <p:spPr>
          <a:xfrm>
            <a:off x="514800" y="-474561"/>
            <a:ext cx="11163678" cy="220562"/>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a:t>Contents area</a:t>
            </a:r>
            <a:endParaRPr kumimoji="1" lang="ja-JP" altLang="en-US" sz="800"/>
          </a:p>
        </p:txBody>
      </p:sp>
      <p:cxnSp>
        <p:nvCxnSpPr>
          <p:cNvPr id="22" name="直線コネクタ 21">
            <a:extLst>
              <a:ext uri="{FF2B5EF4-FFF2-40B4-BE49-F238E27FC236}">
                <a16:creationId xmlns:a16="http://schemas.microsoft.com/office/drawing/2014/main" id="{A6E64B13-F60B-F9C5-A0F7-FA676EC77E07}"/>
              </a:ext>
            </a:extLst>
          </p:cNvPr>
          <p:cNvCxnSpPr/>
          <p:nvPr userDrawn="1"/>
        </p:nvCxnSpPr>
        <p:spPr>
          <a:xfrm>
            <a:off x="-737705" y="305076"/>
            <a:ext cx="469900" cy="0"/>
          </a:xfrm>
          <a:prstGeom prst="line">
            <a:avLst/>
          </a:prstGeom>
          <a:ln>
            <a:solidFill>
              <a:srgbClr val="7D6E5A"/>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74D45266-135C-4A91-4203-0BA7A370A489}"/>
              </a:ext>
            </a:extLst>
          </p:cNvPr>
          <p:cNvCxnSpPr>
            <a:cxnSpLocks/>
          </p:cNvCxnSpPr>
          <p:nvPr userDrawn="1"/>
        </p:nvCxnSpPr>
        <p:spPr>
          <a:xfrm>
            <a:off x="-737705" y="6567749"/>
            <a:ext cx="469900" cy="0"/>
          </a:xfrm>
          <a:prstGeom prst="line">
            <a:avLst/>
          </a:prstGeom>
          <a:ln>
            <a:solidFill>
              <a:srgbClr val="7D6E5A"/>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CD194EF6-9505-1F30-B062-3A616960AABA}"/>
              </a:ext>
            </a:extLst>
          </p:cNvPr>
          <p:cNvCxnSpPr>
            <a:cxnSpLocks/>
          </p:cNvCxnSpPr>
          <p:nvPr userDrawn="1"/>
        </p:nvCxnSpPr>
        <p:spPr>
          <a:xfrm>
            <a:off x="-737705" y="1246909"/>
            <a:ext cx="469900" cy="0"/>
          </a:xfrm>
          <a:prstGeom prst="line">
            <a:avLst/>
          </a:prstGeom>
          <a:ln>
            <a:solidFill>
              <a:srgbClr val="7D6E5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8692709"/>
      </p:ext>
    </p:extLst>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kumimoji="1" lang="ja-JP" altLang="en-US" sz="2400" kern="1200" baseline="0">
          <a:solidFill>
            <a:schemeClr val="bg1"/>
          </a:solidFill>
          <a:latin typeface="Segoe UI" panose="020B0502040204020203" pitchFamily="34" charset="0"/>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8.e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A72D8-BD33-1918-F55C-59E4BC44E111}"/>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1C2F9D36-548D-CA75-FA93-7B8F2A68346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426" imgH="426" progId="TCLayout.ActiveDocument.1">
                  <p:embed/>
                </p:oleObj>
              </mc:Choice>
              <mc:Fallback>
                <p:oleObj name="think-cell スライド" r:id="rId4" imgW="426" imgH="426" progId="TCLayout.ActiveDocument.1">
                  <p:embed/>
                  <p:pic>
                    <p:nvPicPr>
                      <p:cNvPr id="15" name="think-cell data - do not delete" hidden="1">
                        <a:extLst>
                          <a:ext uri="{FF2B5EF4-FFF2-40B4-BE49-F238E27FC236}">
                            <a16:creationId xmlns:a16="http://schemas.microsoft.com/office/drawing/2014/main" id="{1C2F9D36-548D-CA75-FA93-7B8F2A68346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コンテンツ プレースホルダー 2">
            <a:extLst>
              <a:ext uri="{FF2B5EF4-FFF2-40B4-BE49-F238E27FC236}">
                <a16:creationId xmlns:a16="http://schemas.microsoft.com/office/drawing/2014/main" id="{6D2E0344-2A51-A8E7-AA77-2A91205F71DA}"/>
              </a:ext>
            </a:extLst>
          </p:cNvPr>
          <p:cNvSpPr txBox="1">
            <a:spLocks/>
          </p:cNvSpPr>
          <p:nvPr/>
        </p:nvSpPr>
        <p:spPr>
          <a:xfrm>
            <a:off x="514800" y="837655"/>
            <a:ext cx="11163600" cy="360000"/>
          </a:xfrm>
          <a:prstGeom prst="rect">
            <a:avLst/>
          </a:prstGeom>
        </p:spPr>
        <p:txBody>
          <a:bodyPr numCol="1">
            <a:noAutofit/>
          </a:bodyPr>
          <a:lstStyle>
            <a:lvl1pPr marL="342900" indent="-342900" algn="l" defTabSz="914400" rtl="0" eaLnBrk="1" latinLnBrk="0" hangingPunct="1">
              <a:lnSpc>
                <a:spcPct val="150000"/>
              </a:lnSpc>
              <a:spcBef>
                <a:spcPts val="1000"/>
              </a:spcBef>
              <a:buClr>
                <a:srgbClr val="7D6E5A"/>
              </a:buClr>
              <a:buSzPct val="150000"/>
              <a:buFont typeface="+mj-lt"/>
              <a:buAutoNum type="arabicPeriod"/>
              <a:defRPr kumimoji="1" sz="1800" b="0" i="0" kern="1200" baseline="0">
                <a:solidFill>
                  <a:schemeClr val="tx1"/>
                </a:solidFill>
                <a:latin typeface="+mj-lt"/>
                <a:ea typeface="+mn-ea"/>
                <a:cs typeface="+mn-cs"/>
              </a:defRPr>
            </a:lvl1pPr>
            <a:lvl2pPr marL="914400" indent="-457200" algn="l" defTabSz="914400" rtl="0" eaLnBrk="1" latinLnBrk="0" hangingPunct="1">
              <a:lnSpc>
                <a:spcPct val="90000"/>
              </a:lnSpc>
              <a:spcBef>
                <a:spcPts val="500"/>
              </a:spcBef>
              <a:buFont typeface="+mj-lt"/>
              <a:buAutoNum type="arabicPeriod"/>
              <a:defRPr kumimoji="1" sz="2400" kern="1200">
                <a:solidFill>
                  <a:srgbClr val="F1EBE3"/>
                </a:solidFill>
                <a:latin typeface="+mn-lt"/>
                <a:ea typeface="+mn-ea"/>
                <a:cs typeface="+mn-cs"/>
              </a:defRPr>
            </a:lvl2pPr>
            <a:lvl3pPr marL="1371600" indent="-457200" algn="l" defTabSz="914400" rtl="0" eaLnBrk="1" latinLnBrk="0" hangingPunct="1">
              <a:lnSpc>
                <a:spcPct val="90000"/>
              </a:lnSpc>
              <a:spcBef>
                <a:spcPts val="500"/>
              </a:spcBef>
              <a:buFont typeface="+mj-lt"/>
              <a:buAutoNum type="arabicPeriod"/>
              <a:defRPr kumimoji="1" sz="2000" kern="1200">
                <a:solidFill>
                  <a:srgbClr val="F1EBE3"/>
                </a:solidFill>
                <a:latin typeface="+mn-lt"/>
                <a:ea typeface="+mn-ea"/>
                <a:cs typeface="+mn-cs"/>
              </a:defRPr>
            </a:lvl3pPr>
            <a:lvl4pPr marL="1714500" indent="-342900" algn="l" defTabSz="914400" rtl="0" eaLnBrk="1" latinLnBrk="0" hangingPunct="1">
              <a:lnSpc>
                <a:spcPct val="90000"/>
              </a:lnSpc>
              <a:spcBef>
                <a:spcPts val="500"/>
              </a:spcBef>
              <a:buFont typeface="+mj-lt"/>
              <a:buAutoNum type="arabicPeriod"/>
              <a:defRPr kumimoji="1" sz="1800" kern="1200">
                <a:solidFill>
                  <a:srgbClr val="F1EBE3"/>
                </a:solidFill>
                <a:latin typeface="+mn-lt"/>
                <a:ea typeface="+mn-ea"/>
                <a:cs typeface="+mn-cs"/>
              </a:defRPr>
            </a:lvl4pPr>
            <a:lvl5pPr marL="2171700" indent="-342900" algn="l" defTabSz="914400" rtl="0" eaLnBrk="1" latinLnBrk="0" hangingPunct="1">
              <a:lnSpc>
                <a:spcPct val="90000"/>
              </a:lnSpc>
              <a:spcBef>
                <a:spcPts val="500"/>
              </a:spcBef>
              <a:buFont typeface="+mj-lt"/>
              <a:buAutoNum type="arabicPeriod"/>
              <a:defRPr kumimoji="1" sz="1800" kern="1200">
                <a:solidFill>
                  <a:srgbClr val="F1EBE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ClrTx/>
              <a:buSzPct val="100000"/>
              <a:buFont typeface="Arial" panose="020B0604020202020204" pitchFamily="34" charset="0"/>
              <a:buChar char="•"/>
            </a:pPr>
            <a:r>
              <a:rPr lang="en-US" altLang="ja-JP" sz="1600" dirty="0">
                <a:solidFill>
                  <a:sysClr val="windowText" lastClr="000000"/>
                </a:solidFill>
                <a:latin typeface="游ゴシック Medium" panose="020B0500000000000000" pitchFamily="50" charset="-128"/>
                <a:ea typeface="游ゴシック Medium" panose="020B0500000000000000" pitchFamily="50" charset="-128"/>
              </a:rPr>
              <a:t>lead</a:t>
            </a:r>
          </a:p>
        </p:txBody>
      </p:sp>
      <p:sp>
        <p:nvSpPr>
          <p:cNvPr id="6" name="タイトル 5">
            <a:extLst>
              <a:ext uri="{FF2B5EF4-FFF2-40B4-BE49-F238E27FC236}">
                <a16:creationId xmlns:a16="http://schemas.microsoft.com/office/drawing/2014/main" id="{80473BF7-2ED9-D252-7820-0710A6C45BB7}"/>
              </a:ext>
            </a:extLst>
          </p:cNvPr>
          <p:cNvSpPr>
            <a:spLocks noGrp="1"/>
          </p:cNvSpPr>
          <p:nvPr>
            <p:ph type="title"/>
          </p:nvPr>
        </p:nvSpPr>
        <p:spPr>
          <a:xfrm>
            <a:off x="577146" y="128431"/>
            <a:ext cx="10915201" cy="495024"/>
          </a:xfrm>
        </p:spPr>
        <p:txBody>
          <a:bodyPr/>
          <a:lstStyle/>
          <a:p>
            <a:r>
              <a:rPr kumimoji="1" lang="en-US" altLang="ja-JP" sz="2000" dirty="0">
                <a:solidFill>
                  <a:sysClr val="windowText" lastClr="000000"/>
                </a:solidFill>
              </a:rPr>
              <a:t>title</a:t>
            </a:r>
            <a:endParaRPr kumimoji="1" lang="ja-JP" altLang="en-US" sz="2000" dirty="0">
              <a:solidFill>
                <a:sysClr val="windowText" lastClr="000000"/>
              </a:solidFill>
            </a:endParaRPr>
          </a:p>
        </p:txBody>
      </p:sp>
    </p:spTree>
    <p:extLst>
      <p:ext uri="{BB962C8B-B14F-4D97-AF65-F5344CB8AC3E}">
        <p14:creationId xmlns:p14="http://schemas.microsoft.com/office/powerpoint/2010/main" val="16948210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扉">
  <a:themeElements>
    <a:clrScheme name="ABeam">
      <a:dk1>
        <a:srgbClr val="000000"/>
      </a:dk1>
      <a:lt1>
        <a:srgbClr val="FFFFFF"/>
      </a:lt1>
      <a:dk2>
        <a:srgbClr val="000000"/>
      </a:dk2>
      <a:lt2>
        <a:srgbClr val="FFFFFF"/>
      </a:lt2>
      <a:accent1>
        <a:srgbClr val="001964"/>
      </a:accent1>
      <a:accent2>
        <a:srgbClr val="7D6E5A"/>
      </a:accent2>
      <a:accent3>
        <a:srgbClr val="F0EBE3"/>
      </a:accent3>
      <a:accent4>
        <a:srgbClr val="333333"/>
      </a:accent4>
      <a:accent5>
        <a:srgbClr val="C8BEAA"/>
      </a:accent5>
      <a:accent6>
        <a:srgbClr val="FFFFFF"/>
      </a:accent6>
      <a:hlink>
        <a:srgbClr val="0563C1"/>
      </a:hlink>
      <a:folHlink>
        <a:srgbClr val="954F72"/>
      </a:folHlink>
    </a:clrScheme>
    <a:fontScheme name="ユーザー定義 1">
      <a:majorFont>
        <a:latin typeface="Segoe UI"/>
        <a:ea typeface="游ゴシック"/>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コンテンツ">
  <a:themeElements>
    <a:clrScheme name="ABeam">
      <a:dk1>
        <a:srgbClr val="000000"/>
      </a:dk1>
      <a:lt1>
        <a:srgbClr val="FFFFFF"/>
      </a:lt1>
      <a:dk2>
        <a:srgbClr val="000000"/>
      </a:dk2>
      <a:lt2>
        <a:srgbClr val="FFFFFF"/>
      </a:lt2>
      <a:accent1>
        <a:srgbClr val="001964"/>
      </a:accent1>
      <a:accent2>
        <a:srgbClr val="7D6E5A"/>
      </a:accent2>
      <a:accent3>
        <a:srgbClr val="F0EBE3"/>
      </a:accent3>
      <a:accent4>
        <a:srgbClr val="333333"/>
      </a:accent4>
      <a:accent5>
        <a:srgbClr val="C8BEAA"/>
      </a:accent5>
      <a:accent6>
        <a:srgbClr val="FFFFFF"/>
      </a:accent6>
      <a:hlink>
        <a:srgbClr val="0563C1"/>
      </a:hlink>
      <a:folHlink>
        <a:srgbClr val="954F72"/>
      </a:folHlink>
    </a:clrScheme>
    <a:fontScheme name="ユーザー定義 1">
      <a:majorFont>
        <a:latin typeface="Segoe UI"/>
        <a:ea typeface="游ゴシック"/>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背表紙">
  <a:themeElements>
    <a:clrScheme name="ABeam">
      <a:dk1>
        <a:srgbClr val="000000"/>
      </a:dk1>
      <a:lt1>
        <a:srgbClr val="FFFFFF"/>
      </a:lt1>
      <a:dk2>
        <a:srgbClr val="000000"/>
      </a:dk2>
      <a:lt2>
        <a:srgbClr val="FFFFFF"/>
      </a:lt2>
      <a:accent1>
        <a:srgbClr val="001964"/>
      </a:accent1>
      <a:accent2>
        <a:srgbClr val="7D6E5A"/>
      </a:accent2>
      <a:accent3>
        <a:srgbClr val="F0EBE3"/>
      </a:accent3>
      <a:accent4>
        <a:srgbClr val="333333"/>
      </a:accent4>
      <a:accent5>
        <a:srgbClr val="C8BEAA"/>
      </a:accent5>
      <a:accent6>
        <a:srgbClr val="FFFFFF"/>
      </a:accent6>
      <a:hlink>
        <a:srgbClr val="0563C1"/>
      </a:hlink>
      <a:folHlink>
        <a:srgbClr val="954F72"/>
      </a:folHlink>
    </a:clrScheme>
    <a:fontScheme name="ユーザー定義 1">
      <a:majorFont>
        <a:latin typeface="Segoe UI"/>
        <a:ea typeface="游ゴシック"/>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0C68B6BCEBB348AF0B5C6DB19D9201" ma:contentTypeVersion="12" ma:contentTypeDescription="Create a new document." ma:contentTypeScope="" ma:versionID="eb35b51aad307509da613d598c66aaa3">
  <xsd:schema xmlns:xsd="http://www.w3.org/2001/XMLSchema" xmlns:xs="http://www.w3.org/2001/XMLSchema" xmlns:p="http://schemas.microsoft.com/office/2006/metadata/properties" xmlns:ns2="8812d9d6-ac67-4a01-a101-19453782d964" xmlns:ns3="0b34fa6a-a7ce-4817-808e-bfda31ee8c42" targetNamespace="http://schemas.microsoft.com/office/2006/metadata/properties" ma:root="true" ma:fieldsID="096748ea44f2e4aab8b98cb1d9df1ffb" ns2:_="" ns3:_="">
    <xsd:import namespace="8812d9d6-ac67-4a01-a101-19453782d964"/>
    <xsd:import namespace="0b34fa6a-a7ce-4817-808e-bfda31ee8c4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LengthInSeconds" minOccurs="0"/>
                <xsd:element ref="ns2:_x89b3__x70b9_"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12d9d6-ac67-4a01-a101-19453782d9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fc6fa24-0fcf-4dab-bdcc-101b8532aa94"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_x89b3__x70b9_" ma:index="18" nillable="true" ma:displayName="観点" ma:format="Dropdown" ma:internalName="_x89b3__x70b9_">
      <xsd:simpleType>
        <xsd:restriction base="dms:Text">
          <xsd:maxLength value="255"/>
        </xsd:restriction>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b34fa6a-a7ce-4817-808e-bfda31ee8c4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61f08d4-ecfe-448e-a527-dcd97e6afe1b}" ma:internalName="TaxCatchAll" ma:showField="CatchAllData" ma:web="0b34fa6a-a7ce-4817-808e-bfda31ee8c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12d9d6-ac67-4a01-a101-19453782d964">
      <Terms xmlns="http://schemas.microsoft.com/office/infopath/2007/PartnerControls"/>
    </lcf76f155ced4ddcb4097134ff3c332f>
    <TaxCatchAll xmlns="0b34fa6a-a7ce-4817-808e-bfda31ee8c42" xsi:nil="true"/>
    <_x89b3__x70b9_ xmlns="8812d9d6-ac67-4a01-a101-19453782d964" xsi:nil="true"/>
  </documentManagement>
</p:properties>
</file>

<file path=customXml/itemProps1.xml><?xml version="1.0" encoding="utf-8"?>
<ds:datastoreItem xmlns:ds="http://schemas.openxmlformats.org/officeDocument/2006/customXml" ds:itemID="{AFAAF9BA-C13B-4476-AE82-FFFBEFF7B1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12d9d6-ac67-4a01-a101-19453782d964"/>
    <ds:schemaRef ds:uri="0b34fa6a-a7ce-4817-808e-bfda31ee8c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155FD7-4E6B-4256-8755-94E5590C45F7}">
  <ds:schemaRefs>
    <ds:schemaRef ds:uri="http://schemas.microsoft.com/sharepoint/v3/contenttype/forms"/>
  </ds:schemaRefs>
</ds:datastoreItem>
</file>

<file path=customXml/itemProps3.xml><?xml version="1.0" encoding="utf-8"?>
<ds:datastoreItem xmlns:ds="http://schemas.openxmlformats.org/officeDocument/2006/customXml" ds:itemID="{CA7A8CEC-3B15-4277-8B2A-AB43950EA792}">
  <ds:schemaRefs>
    <ds:schemaRef ds:uri="0b34fa6a-a7ce-4817-808e-bfda31ee8c42"/>
    <ds:schemaRef ds:uri="8812d9d6-ac67-4a01-a101-19453782d96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436fffe2-e74d-4f21-833f-6f054a10cb50}" enabled="1" method="Privileged" siteId="{a4dd5294-24e4-4102-8420-cb86d0baae1e}" removed="0"/>
</clbl:labelList>
</file>

<file path=docProps/app.xml><?xml version="1.0" encoding="utf-8"?>
<Properties xmlns="http://schemas.openxmlformats.org/officeDocument/2006/extended-properties" xmlns:vt="http://schemas.openxmlformats.org/officeDocument/2006/docPropsVTypes">
  <Template/>
  <TotalTime>1501</TotalTime>
  <Words>3</Words>
  <Application>Microsoft Office PowerPoint</Application>
  <PresentationFormat>ワイド画面</PresentationFormat>
  <Paragraphs>3</Paragraphs>
  <Slides>1</Slides>
  <Notes>1</Notes>
  <HiddenSlides>0</HiddenSlides>
  <MMClips>0</MMClips>
  <ScaleCrop>false</ScaleCrop>
  <HeadingPairs>
    <vt:vector size="8" baseType="variant">
      <vt:variant>
        <vt:lpstr>使用されているフォント</vt:lpstr>
      </vt:variant>
      <vt:variant>
        <vt:i4>7</vt:i4>
      </vt:variant>
      <vt:variant>
        <vt:lpstr>テーマ</vt:lpstr>
      </vt:variant>
      <vt:variant>
        <vt:i4>3</vt:i4>
      </vt:variant>
      <vt:variant>
        <vt:lpstr>埋め込まれた OLE サーバー</vt:lpstr>
      </vt:variant>
      <vt:variant>
        <vt:i4>1</vt:i4>
      </vt:variant>
      <vt:variant>
        <vt:lpstr>スライド タイトル</vt:lpstr>
      </vt:variant>
      <vt:variant>
        <vt:i4>1</vt:i4>
      </vt:variant>
    </vt:vector>
  </HeadingPairs>
  <TitlesOfParts>
    <vt:vector size="12" baseType="lpstr">
      <vt:lpstr>Meiryo UI</vt:lpstr>
      <vt:lpstr>游ゴシック</vt:lpstr>
      <vt:lpstr>游ゴシック</vt:lpstr>
      <vt:lpstr>Yu Gothic Medium</vt:lpstr>
      <vt:lpstr>Yu Gothic Medium</vt:lpstr>
      <vt:lpstr>Arial</vt:lpstr>
      <vt:lpstr>Segoe UI</vt:lpstr>
      <vt:lpstr>扉</vt:lpstr>
      <vt:lpstr>コンテンツ</vt:lpstr>
      <vt:lpstr>背表紙</vt:lpstr>
      <vt:lpstr>think-cell スライド</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ABeam Consulting  Corporate Overview</dc:title>
  <dc:creator>spomanipSA@abeam.com</dc:creator>
  <cp:lastModifiedBy>Yamanotera, Ryota (JP - AB 山野寺 瞭太)</cp:lastModifiedBy>
  <cp:revision>12</cp:revision>
  <dcterms:created xsi:type="dcterms:W3CDTF">2023-11-14T08:03:58Z</dcterms:created>
  <dcterms:modified xsi:type="dcterms:W3CDTF">2026-01-05T07:09:50Z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36fffe2-e74d-4f21-833f-6f054a10cb50_Enabled">
    <vt:lpwstr>true</vt:lpwstr>
  </property>
  <property fmtid="{D5CDD505-2E9C-101B-9397-08002B2CF9AE}" pid="3" name="MSIP_Label_436fffe2-e74d-4f21-833f-6f054a10cb50_SetDate">
    <vt:lpwstr>2024-05-14T02:30:14Z</vt:lpwstr>
  </property>
  <property fmtid="{D5CDD505-2E9C-101B-9397-08002B2CF9AE}" pid="4" name="MSIP_Label_436fffe2-e74d-4f21-833f-6f054a10cb50_Method">
    <vt:lpwstr>Privileged</vt:lpwstr>
  </property>
  <property fmtid="{D5CDD505-2E9C-101B-9397-08002B2CF9AE}" pid="5" name="MSIP_Label_436fffe2-e74d-4f21-833f-6f054a10cb50_Name">
    <vt:lpwstr>436fffe2-e74d-4f21-833f-6f054a10cb50</vt:lpwstr>
  </property>
  <property fmtid="{D5CDD505-2E9C-101B-9397-08002B2CF9AE}" pid="6" name="MSIP_Label_436fffe2-e74d-4f21-833f-6f054a10cb50_SiteId">
    <vt:lpwstr>a4dd5294-24e4-4102-8420-cb86d0baae1e</vt:lpwstr>
  </property>
  <property fmtid="{D5CDD505-2E9C-101B-9397-08002B2CF9AE}" pid="7" name="MSIP_Label_436fffe2-e74d-4f21-833f-6f054a10cb50_ActionId">
    <vt:lpwstr>15e71d81-8a9d-46e5-bcdd-9aac3bdd65da</vt:lpwstr>
  </property>
  <property fmtid="{D5CDD505-2E9C-101B-9397-08002B2CF9AE}" pid="8" name="MSIP_Label_436fffe2-e74d-4f21-833f-6f054a10cb50_ContentBits">
    <vt:lpwstr>0</vt:lpwstr>
  </property>
  <property fmtid="{D5CDD505-2E9C-101B-9397-08002B2CF9AE}" pid="9" name="ContentTypeId">
    <vt:lpwstr>0x010100C40C68B6BCEBB348AF0B5C6DB19D9201</vt:lpwstr>
  </property>
  <property fmtid="{D5CDD505-2E9C-101B-9397-08002B2CF9AE}" pid="10" name="MediaServiceImageTags">
    <vt:lpwstr/>
  </property>
</Properties>
</file>